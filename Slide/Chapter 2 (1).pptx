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9" r:id="rId4"/>
    <p:sldId id="271" r:id="rId5"/>
    <p:sldId id="272" r:id="rId6"/>
    <p:sldId id="273" r:id="rId7"/>
    <p:sldId id="274" r:id="rId8"/>
    <p:sldId id="275" r:id="rId9"/>
    <p:sldId id="277" r:id="rId10"/>
    <p:sldId id="278" r:id="rId11"/>
    <p:sldId id="280" r:id="rId12"/>
    <p:sldId id="281" r:id="rId13"/>
    <p:sldId id="279" r:id="rId14"/>
    <p:sldId id="291" r:id="rId15"/>
    <p:sldId id="293" r:id="rId16"/>
    <p:sldId id="292" r:id="rId17"/>
    <p:sldId id="290" r:id="rId18"/>
    <p:sldId id="282" r:id="rId19"/>
    <p:sldId id="283" r:id="rId20"/>
    <p:sldId id="294" r:id="rId21"/>
    <p:sldId id="284" r:id="rId22"/>
    <p:sldId id="286" r:id="rId23"/>
    <p:sldId id="285" r:id="rId24"/>
    <p:sldId id="287" r:id="rId25"/>
    <p:sldId id="28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85D46F-B671-49E1-A94F-F051D2A56F81}" v="7" dt="2025-09-23T07:43:30.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250" autoAdjust="0"/>
  </p:normalViewPr>
  <p:slideViewPr>
    <p:cSldViewPr snapToGrid="0">
      <p:cViewPr varScale="1">
        <p:scale>
          <a:sx n="73" d="100"/>
          <a:sy n="73" d="100"/>
        </p:scale>
        <p:origin x="102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FAWZI ABDULAZIZ MOHAMMED ALBALOOSHI" userId="195c5d33-7e1b-4a36-a6b8-5f32864a09e4" providerId="ADAL" clId="{8938A758-A544-4EFF-8740-DA889A2DAF3B}"/>
    <pc:docChg chg="undo custSel addSld delSld modSld">
      <pc:chgData name="Dr. FAWZI ABDULAZIZ MOHAMMED ALBALOOSHI" userId="195c5d33-7e1b-4a36-a6b8-5f32864a09e4" providerId="ADAL" clId="{8938A758-A544-4EFF-8740-DA889A2DAF3B}" dt="2024-10-02T11:33:30.037" v="429" actId="20577"/>
      <pc:docMkLst>
        <pc:docMk/>
      </pc:docMkLst>
      <pc:sldChg chg="modSp mod">
        <pc:chgData name="Dr. FAWZI ABDULAZIZ MOHAMMED ALBALOOSHI" userId="195c5d33-7e1b-4a36-a6b8-5f32864a09e4" providerId="ADAL" clId="{8938A758-A544-4EFF-8740-DA889A2DAF3B}" dt="2024-10-02T10:50:20.378" v="371" actId="13900"/>
        <pc:sldMkLst>
          <pc:docMk/>
          <pc:sldMk cId="2476875158" sldId="257"/>
        </pc:sldMkLst>
      </pc:sldChg>
      <pc:sldChg chg="modSp mod">
        <pc:chgData name="Dr. FAWZI ABDULAZIZ MOHAMMED ALBALOOSHI" userId="195c5d33-7e1b-4a36-a6b8-5f32864a09e4" providerId="ADAL" clId="{8938A758-A544-4EFF-8740-DA889A2DAF3B}" dt="2024-09-22T05:22:12.720" v="302" actId="14100"/>
        <pc:sldMkLst>
          <pc:docMk/>
          <pc:sldMk cId="2581851555" sldId="271"/>
        </pc:sldMkLst>
      </pc:sldChg>
      <pc:sldChg chg="modSp mod">
        <pc:chgData name="Dr. FAWZI ABDULAZIZ MOHAMMED ALBALOOSHI" userId="195c5d33-7e1b-4a36-a6b8-5f32864a09e4" providerId="ADAL" clId="{8938A758-A544-4EFF-8740-DA889A2DAF3B}" dt="2024-10-02T10:57:48.404" v="378" actId="27636"/>
        <pc:sldMkLst>
          <pc:docMk/>
          <pc:sldMk cId="1492554715" sldId="272"/>
        </pc:sldMkLst>
      </pc:sldChg>
      <pc:sldChg chg="modSp mod">
        <pc:chgData name="Dr. FAWZI ABDULAZIZ MOHAMMED ALBALOOSHI" userId="195c5d33-7e1b-4a36-a6b8-5f32864a09e4" providerId="ADAL" clId="{8938A758-A544-4EFF-8740-DA889A2DAF3B}" dt="2024-10-02T10:59:21.851" v="385" actId="1076"/>
        <pc:sldMkLst>
          <pc:docMk/>
          <pc:sldMk cId="1404046742" sldId="273"/>
        </pc:sldMkLst>
      </pc:sldChg>
      <pc:sldChg chg="modNotesTx">
        <pc:chgData name="Dr. FAWZI ABDULAZIZ MOHAMMED ALBALOOSHI" userId="195c5d33-7e1b-4a36-a6b8-5f32864a09e4" providerId="ADAL" clId="{8938A758-A544-4EFF-8740-DA889A2DAF3B}" dt="2024-09-18T19:00:15.252" v="296" actId="33524"/>
        <pc:sldMkLst>
          <pc:docMk/>
          <pc:sldMk cId="756097840" sldId="277"/>
        </pc:sldMkLst>
      </pc:sldChg>
      <pc:sldChg chg="modSp mod">
        <pc:chgData name="Dr. FAWZI ABDULAZIZ MOHAMMED ALBALOOSHI" userId="195c5d33-7e1b-4a36-a6b8-5f32864a09e4" providerId="ADAL" clId="{8938A758-A544-4EFF-8740-DA889A2DAF3B}" dt="2024-10-02T11:03:05.359" v="387" actId="14100"/>
        <pc:sldMkLst>
          <pc:docMk/>
          <pc:sldMk cId="2806274499" sldId="278"/>
        </pc:sldMkLst>
      </pc:sldChg>
      <pc:sldChg chg="modSp mod">
        <pc:chgData name="Dr. FAWZI ABDULAZIZ MOHAMMED ALBALOOSHI" userId="195c5d33-7e1b-4a36-a6b8-5f32864a09e4" providerId="ADAL" clId="{8938A758-A544-4EFF-8740-DA889A2DAF3B}" dt="2024-10-02T11:33:30.037" v="429" actId="20577"/>
        <pc:sldMkLst>
          <pc:docMk/>
          <pc:sldMk cId="2786931534" sldId="279"/>
        </pc:sldMkLst>
      </pc:sldChg>
      <pc:sldChg chg="modSp mod">
        <pc:chgData name="Dr. FAWZI ABDULAZIZ MOHAMMED ALBALOOSHI" userId="195c5d33-7e1b-4a36-a6b8-5f32864a09e4" providerId="ADAL" clId="{8938A758-A544-4EFF-8740-DA889A2DAF3B}" dt="2024-09-24T06:11:02.141" v="318" actId="20577"/>
        <pc:sldMkLst>
          <pc:docMk/>
          <pc:sldMk cId="2005180415" sldId="280"/>
        </pc:sldMkLst>
      </pc:sldChg>
      <pc:sldChg chg="modSp mod">
        <pc:chgData name="Dr. FAWZI ABDULAZIZ MOHAMMED ALBALOOSHI" userId="195c5d33-7e1b-4a36-a6b8-5f32864a09e4" providerId="ADAL" clId="{8938A758-A544-4EFF-8740-DA889A2DAF3B}" dt="2024-09-24T06:11:42.943" v="323" actId="27636"/>
        <pc:sldMkLst>
          <pc:docMk/>
          <pc:sldMk cId="2219860017" sldId="281"/>
        </pc:sldMkLst>
      </pc:sldChg>
      <pc:sldChg chg="modSp mod">
        <pc:chgData name="Dr. FAWZI ABDULAZIZ MOHAMMED ALBALOOSHI" userId="195c5d33-7e1b-4a36-a6b8-5f32864a09e4" providerId="ADAL" clId="{8938A758-A544-4EFF-8740-DA889A2DAF3B}" dt="2024-09-24T06:15:04.932" v="338" actId="20577"/>
        <pc:sldMkLst>
          <pc:docMk/>
          <pc:sldMk cId="1560682100" sldId="283"/>
        </pc:sldMkLst>
      </pc:sldChg>
      <pc:sldChg chg="modSp add mod">
        <pc:chgData name="Dr. FAWZI ABDULAZIZ MOHAMMED ALBALOOSHI" userId="195c5d33-7e1b-4a36-a6b8-5f32864a09e4" providerId="ADAL" clId="{8938A758-A544-4EFF-8740-DA889A2DAF3B}" dt="2024-09-28T18:11:00.180" v="370" actId="1076"/>
        <pc:sldMkLst>
          <pc:docMk/>
          <pc:sldMk cId="1646006356" sldId="290"/>
        </pc:sldMkLst>
      </pc:sldChg>
      <pc:sldChg chg="new del">
        <pc:chgData name="Dr. FAWZI ABDULAZIZ MOHAMMED ALBALOOSHI" userId="195c5d33-7e1b-4a36-a6b8-5f32864a09e4" providerId="ADAL" clId="{8938A758-A544-4EFF-8740-DA889A2DAF3B}" dt="2024-09-28T18:09:35.971" v="340" actId="680"/>
        <pc:sldMkLst>
          <pc:docMk/>
          <pc:sldMk cId="3488085544" sldId="290"/>
        </pc:sldMkLst>
      </pc:sldChg>
    </pc:docChg>
  </pc:docChgLst>
  <pc:docChgLst>
    <pc:chgData name="FAWZI" userId="195c5d33-7e1b-4a36-a6b8-5f32864a09e4" providerId="ADAL" clId="{74D90560-2B2D-4687-962C-38EB3FA32082}"/>
    <pc:docChg chg="modSld">
      <pc:chgData name="FAWZI" userId="195c5d33-7e1b-4a36-a6b8-5f32864a09e4" providerId="ADAL" clId="{74D90560-2B2D-4687-962C-38EB3FA32082}" dt="2023-11-19T07:29:35.450" v="53" actId="20577"/>
      <pc:docMkLst>
        <pc:docMk/>
      </pc:docMkLst>
      <pc:sldChg chg="modSp mod">
        <pc:chgData name="FAWZI" userId="195c5d33-7e1b-4a36-a6b8-5f32864a09e4" providerId="ADAL" clId="{74D90560-2B2D-4687-962C-38EB3FA32082}" dt="2023-11-19T07:28:14.373" v="17" actId="20577"/>
        <pc:sldMkLst>
          <pc:docMk/>
          <pc:sldMk cId="1332109351" sldId="284"/>
        </pc:sldMkLst>
      </pc:sldChg>
      <pc:sldChg chg="modSp mod">
        <pc:chgData name="FAWZI" userId="195c5d33-7e1b-4a36-a6b8-5f32864a09e4" providerId="ADAL" clId="{74D90560-2B2D-4687-962C-38EB3FA32082}" dt="2023-11-19T07:29:35.450" v="53" actId="20577"/>
        <pc:sldMkLst>
          <pc:docMk/>
          <pc:sldMk cId="2509100816" sldId="285"/>
        </pc:sldMkLst>
      </pc:sldChg>
      <pc:sldChg chg="modSp mod">
        <pc:chgData name="FAWZI" userId="195c5d33-7e1b-4a36-a6b8-5f32864a09e4" providerId="ADAL" clId="{74D90560-2B2D-4687-962C-38EB3FA32082}" dt="2023-11-19T07:29:07.001" v="29" actId="20577"/>
        <pc:sldMkLst>
          <pc:docMk/>
          <pc:sldMk cId="2133071634" sldId="286"/>
        </pc:sldMkLst>
      </pc:sldChg>
      <pc:sldChg chg="mod modShow">
        <pc:chgData name="FAWZI" userId="195c5d33-7e1b-4a36-a6b8-5f32864a09e4" providerId="ADAL" clId="{74D90560-2B2D-4687-962C-38EB3FA32082}" dt="2023-11-12T17:21:49.259" v="0" actId="729"/>
        <pc:sldMkLst>
          <pc:docMk/>
          <pc:sldMk cId="28839524" sldId="290"/>
        </pc:sldMkLst>
      </pc:sldChg>
    </pc:docChg>
  </pc:docChgLst>
  <pc:docChgLst>
    <pc:chgData name="FAWZI" userId="195c5d33-7e1b-4a36-a6b8-5f32864a09e4" providerId="ADAL" clId="{195B94FF-FF71-461D-B598-C8AA1F2201C5}"/>
    <pc:docChg chg="undo redo custSel addSld delSld modSld sldOrd">
      <pc:chgData name="FAWZI" userId="195c5d33-7e1b-4a36-a6b8-5f32864a09e4" providerId="ADAL" clId="{195B94FF-FF71-461D-B598-C8AA1F2201C5}" dt="2023-09-12T08:13:23.143" v="430" actId="2696"/>
      <pc:docMkLst>
        <pc:docMk/>
      </pc:docMkLst>
      <pc:sldChg chg="modSp mod">
        <pc:chgData name="FAWZI" userId="195c5d33-7e1b-4a36-a6b8-5f32864a09e4" providerId="ADAL" clId="{195B94FF-FF71-461D-B598-C8AA1F2201C5}" dt="2023-09-12T07:04:31.266" v="2"/>
        <pc:sldMkLst>
          <pc:docMk/>
          <pc:sldMk cId="3712345015" sldId="256"/>
        </pc:sldMkLst>
      </pc:sldChg>
      <pc:sldChg chg="modSp mod">
        <pc:chgData name="FAWZI" userId="195c5d33-7e1b-4a36-a6b8-5f32864a09e4" providerId="ADAL" clId="{195B94FF-FF71-461D-B598-C8AA1F2201C5}" dt="2023-09-12T07:25:28.994" v="86" actId="115"/>
        <pc:sldMkLst>
          <pc:docMk/>
          <pc:sldMk cId="2476875158" sldId="257"/>
        </pc:sldMkLst>
      </pc:sldChg>
      <pc:sldChg chg="modSp mod">
        <pc:chgData name="FAWZI" userId="195c5d33-7e1b-4a36-a6b8-5f32864a09e4" providerId="ADAL" clId="{195B94FF-FF71-461D-B598-C8AA1F2201C5}" dt="2023-09-12T07:16:32.848" v="52" actId="20577"/>
        <pc:sldMkLst>
          <pc:docMk/>
          <pc:sldMk cId="3725047582" sldId="259"/>
        </pc:sldMkLst>
      </pc:sldChg>
      <pc:sldChg chg="del">
        <pc:chgData name="FAWZI" userId="195c5d33-7e1b-4a36-a6b8-5f32864a09e4" providerId="ADAL" clId="{195B94FF-FF71-461D-B598-C8AA1F2201C5}" dt="2023-09-12T07:39:18.756" v="158" actId="2696"/>
        <pc:sldMkLst>
          <pc:docMk/>
          <pc:sldMk cId="214645191" sldId="260"/>
        </pc:sldMkLst>
      </pc:sldChg>
      <pc:sldChg chg="del">
        <pc:chgData name="FAWZI" userId="195c5d33-7e1b-4a36-a6b8-5f32864a09e4" providerId="ADAL" clId="{195B94FF-FF71-461D-B598-C8AA1F2201C5}" dt="2023-09-12T07:39:22.893" v="159" actId="2696"/>
        <pc:sldMkLst>
          <pc:docMk/>
          <pc:sldMk cId="3072358550" sldId="267"/>
        </pc:sldMkLst>
      </pc:sldChg>
      <pc:sldChg chg="del">
        <pc:chgData name="FAWZI" userId="195c5d33-7e1b-4a36-a6b8-5f32864a09e4" providerId="ADAL" clId="{195B94FF-FF71-461D-B598-C8AA1F2201C5}" dt="2023-09-12T08:13:23.143" v="430" actId="2696"/>
        <pc:sldMkLst>
          <pc:docMk/>
          <pc:sldMk cId="3913719529" sldId="270"/>
        </pc:sldMkLst>
      </pc:sldChg>
      <pc:sldChg chg="addSp delSp modSp add mod">
        <pc:chgData name="FAWZI" userId="195c5d33-7e1b-4a36-a6b8-5f32864a09e4" providerId="ADAL" clId="{195B94FF-FF71-461D-B598-C8AA1F2201C5}" dt="2023-09-12T07:22:33.740" v="70" actId="14100"/>
        <pc:sldMkLst>
          <pc:docMk/>
          <pc:sldMk cId="2581851555" sldId="271"/>
        </pc:sldMkLst>
      </pc:sldChg>
      <pc:sldChg chg="modSp add mod">
        <pc:chgData name="FAWZI" userId="195c5d33-7e1b-4a36-a6b8-5f32864a09e4" providerId="ADAL" clId="{195B94FF-FF71-461D-B598-C8AA1F2201C5}" dt="2023-09-12T07:24:43.988" v="83" actId="1076"/>
        <pc:sldMkLst>
          <pc:docMk/>
          <pc:sldMk cId="1492554715" sldId="272"/>
        </pc:sldMkLst>
      </pc:sldChg>
      <pc:sldChg chg="addSp delSp modSp add mod ord">
        <pc:chgData name="FAWZI" userId="195c5d33-7e1b-4a36-a6b8-5f32864a09e4" providerId="ADAL" clId="{195B94FF-FF71-461D-B598-C8AA1F2201C5}" dt="2023-09-12T07:24:48.350" v="84" actId="1076"/>
        <pc:sldMkLst>
          <pc:docMk/>
          <pc:sldMk cId="1404046742" sldId="273"/>
        </pc:sldMkLst>
      </pc:sldChg>
      <pc:sldChg chg="modSp mod">
        <pc:chgData name="FAWZI" userId="195c5d33-7e1b-4a36-a6b8-5f32864a09e4" providerId="ADAL" clId="{195B94FF-FF71-461D-B598-C8AA1F2201C5}" dt="2023-09-12T07:27:50.232" v="114" actId="20577"/>
        <pc:sldMkLst>
          <pc:docMk/>
          <pc:sldMk cId="620423515" sldId="274"/>
        </pc:sldMkLst>
      </pc:sldChg>
      <pc:sldChg chg="modSp add mod">
        <pc:chgData name="FAWZI" userId="195c5d33-7e1b-4a36-a6b8-5f32864a09e4" providerId="ADAL" clId="{195B94FF-FF71-461D-B598-C8AA1F2201C5}" dt="2023-09-12T07:29:20.202" v="128" actId="20577"/>
        <pc:sldMkLst>
          <pc:docMk/>
          <pc:sldMk cId="611777420" sldId="275"/>
        </pc:sldMkLst>
      </pc:sldChg>
      <pc:sldChg chg="addSp delSp modSp add del mod">
        <pc:chgData name="FAWZI" userId="195c5d33-7e1b-4a36-a6b8-5f32864a09e4" providerId="ADAL" clId="{195B94FF-FF71-461D-B598-C8AA1F2201C5}" dt="2023-09-12T07:37:32.684" v="153" actId="2696"/>
        <pc:sldMkLst>
          <pc:docMk/>
          <pc:sldMk cId="2465906801" sldId="276"/>
        </pc:sldMkLst>
      </pc:sldChg>
      <pc:sldChg chg="addSp delSp modSp mod">
        <pc:chgData name="FAWZI" userId="195c5d33-7e1b-4a36-a6b8-5f32864a09e4" providerId="ADAL" clId="{195B94FF-FF71-461D-B598-C8AA1F2201C5}" dt="2023-09-12T07:38:02.537" v="157" actId="1076"/>
        <pc:sldMkLst>
          <pc:docMk/>
          <pc:sldMk cId="756097840" sldId="277"/>
        </pc:sldMkLst>
      </pc:sldChg>
      <pc:sldChg chg="modSp add mod ord">
        <pc:chgData name="FAWZI" userId="195c5d33-7e1b-4a36-a6b8-5f32864a09e4" providerId="ADAL" clId="{195B94FF-FF71-461D-B598-C8AA1F2201C5}" dt="2023-09-12T07:48:04.236" v="239" actId="20577"/>
        <pc:sldMkLst>
          <pc:docMk/>
          <pc:sldMk cId="2806274499" sldId="278"/>
        </pc:sldMkLst>
      </pc:sldChg>
      <pc:sldChg chg="modSp add mod">
        <pc:chgData name="FAWZI" userId="195c5d33-7e1b-4a36-a6b8-5f32864a09e4" providerId="ADAL" clId="{195B94FF-FF71-461D-B598-C8AA1F2201C5}" dt="2023-09-12T07:54:54.378" v="263" actId="15"/>
        <pc:sldMkLst>
          <pc:docMk/>
          <pc:sldMk cId="2786931534" sldId="279"/>
        </pc:sldMkLst>
      </pc:sldChg>
      <pc:sldChg chg="modSp add mod ord">
        <pc:chgData name="FAWZI" userId="195c5d33-7e1b-4a36-a6b8-5f32864a09e4" providerId="ADAL" clId="{195B94FF-FF71-461D-B598-C8AA1F2201C5}" dt="2023-09-12T07:47:49.522" v="222" actId="13900"/>
        <pc:sldMkLst>
          <pc:docMk/>
          <pc:sldMk cId="2005180415" sldId="280"/>
        </pc:sldMkLst>
      </pc:sldChg>
      <pc:sldChg chg="add ord">
        <pc:chgData name="FAWZI" userId="195c5d33-7e1b-4a36-a6b8-5f32864a09e4" providerId="ADAL" clId="{195B94FF-FF71-461D-B598-C8AA1F2201C5}" dt="2023-09-12T07:55:24.829" v="265"/>
        <pc:sldMkLst>
          <pc:docMk/>
          <pc:sldMk cId="2219860017" sldId="281"/>
        </pc:sldMkLst>
      </pc:sldChg>
      <pc:sldChg chg="modSp add mod">
        <pc:chgData name="FAWZI" userId="195c5d33-7e1b-4a36-a6b8-5f32864a09e4" providerId="ADAL" clId="{195B94FF-FF71-461D-B598-C8AA1F2201C5}" dt="2023-09-12T07:59:25.752" v="331" actId="115"/>
        <pc:sldMkLst>
          <pc:docMk/>
          <pc:sldMk cId="602183604" sldId="282"/>
        </pc:sldMkLst>
      </pc:sldChg>
      <pc:sldChg chg="modSp add mod">
        <pc:chgData name="FAWZI" userId="195c5d33-7e1b-4a36-a6b8-5f32864a09e4" providerId="ADAL" clId="{195B94FF-FF71-461D-B598-C8AA1F2201C5}" dt="2023-09-12T08:00:25.096" v="334" actId="27636"/>
        <pc:sldMkLst>
          <pc:docMk/>
          <pc:sldMk cId="1560682100" sldId="283"/>
        </pc:sldMkLst>
      </pc:sldChg>
      <pc:sldChg chg="modSp add mod">
        <pc:chgData name="FAWZI" userId="195c5d33-7e1b-4a36-a6b8-5f32864a09e4" providerId="ADAL" clId="{195B94FF-FF71-461D-B598-C8AA1F2201C5}" dt="2023-09-12T08:03:52.686" v="370" actId="27636"/>
        <pc:sldMkLst>
          <pc:docMk/>
          <pc:sldMk cId="1332109351" sldId="284"/>
        </pc:sldMkLst>
      </pc:sldChg>
      <pc:sldChg chg="modSp add mod">
        <pc:chgData name="FAWZI" userId="195c5d33-7e1b-4a36-a6b8-5f32864a09e4" providerId="ADAL" clId="{195B94FF-FF71-461D-B598-C8AA1F2201C5}" dt="2023-09-12T08:08:16.580" v="395" actId="108"/>
        <pc:sldMkLst>
          <pc:docMk/>
          <pc:sldMk cId="2509100816" sldId="285"/>
        </pc:sldMkLst>
      </pc:sldChg>
      <pc:sldChg chg="add ord">
        <pc:chgData name="FAWZI" userId="195c5d33-7e1b-4a36-a6b8-5f32864a09e4" providerId="ADAL" clId="{195B94FF-FF71-461D-B598-C8AA1F2201C5}" dt="2023-09-12T08:08:20.113" v="397"/>
        <pc:sldMkLst>
          <pc:docMk/>
          <pc:sldMk cId="2133071634" sldId="286"/>
        </pc:sldMkLst>
      </pc:sldChg>
      <pc:sldChg chg="modSp add mod">
        <pc:chgData name="FAWZI" userId="195c5d33-7e1b-4a36-a6b8-5f32864a09e4" providerId="ADAL" clId="{195B94FF-FF71-461D-B598-C8AA1F2201C5}" dt="2023-09-12T08:10:54.897" v="426" actId="13900"/>
        <pc:sldMkLst>
          <pc:docMk/>
          <pc:sldMk cId="2739737739" sldId="287"/>
        </pc:sldMkLst>
      </pc:sldChg>
      <pc:sldChg chg="new del">
        <pc:chgData name="FAWZI" userId="195c5d33-7e1b-4a36-a6b8-5f32864a09e4" providerId="ADAL" clId="{195B94FF-FF71-461D-B598-C8AA1F2201C5}" dt="2023-09-12T08:13:14.707" v="429" actId="2696"/>
        <pc:sldMkLst>
          <pc:docMk/>
          <pc:sldMk cId="1336413240" sldId="288"/>
        </pc:sldMkLst>
      </pc:sldChg>
      <pc:sldChg chg="add">
        <pc:chgData name="FAWZI" userId="195c5d33-7e1b-4a36-a6b8-5f32864a09e4" providerId="ADAL" clId="{195B94FF-FF71-461D-B598-C8AA1F2201C5}" dt="2023-09-12T08:13:09.360" v="428"/>
        <pc:sldMkLst>
          <pc:docMk/>
          <pc:sldMk cId="2481496745" sldId="289"/>
        </pc:sldMkLst>
      </pc:sldChg>
    </pc:docChg>
  </pc:docChgLst>
  <pc:docChgLst>
    <pc:chgData name="FAWZI" userId="195c5d33-7e1b-4a36-a6b8-5f32864a09e4" providerId="ADAL" clId="{53428004-A21F-44C5-A17C-624F37CD3021}"/>
    <pc:docChg chg="undo custSel addSld modSld sldOrd">
      <pc:chgData name="FAWZI" userId="195c5d33-7e1b-4a36-a6b8-5f32864a09e4" providerId="ADAL" clId="{53428004-A21F-44C5-A17C-624F37CD3021}" dt="2023-10-19T10:40:10.825" v="437" actId="962"/>
      <pc:docMkLst>
        <pc:docMk/>
      </pc:docMkLst>
      <pc:sldChg chg="modSp mod">
        <pc:chgData name="FAWZI" userId="195c5d33-7e1b-4a36-a6b8-5f32864a09e4" providerId="ADAL" clId="{53428004-A21F-44C5-A17C-624F37CD3021}" dt="2023-10-19T10:40:10.825" v="437" actId="962"/>
        <pc:sldMkLst>
          <pc:docMk/>
          <pc:sldMk cId="3712345015" sldId="256"/>
        </pc:sldMkLst>
      </pc:sldChg>
      <pc:sldChg chg="modSp mod">
        <pc:chgData name="FAWZI" userId="195c5d33-7e1b-4a36-a6b8-5f32864a09e4" providerId="ADAL" clId="{53428004-A21F-44C5-A17C-624F37CD3021}" dt="2023-09-30T19:09:43.417" v="49" actId="113"/>
        <pc:sldMkLst>
          <pc:docMk/>
          <pc:sldMk cId="2476875158" sldId="257"/>
        </pc:sldMkLst>
      </pc:sldChg>
      <pc:sldChg chg="modSp mod">
        <pc:chgData name="FAWZI" userId="195c5d33-7e1b-4a36-a6b8-5f32864a09e4" providerId="ADAL" clId="{53428004-A21F-44C5-A17C-624F37CD3021}" dt="2023-09-30T18:46:50.250" v="0" actId="13900"/>
        <pc:sldMkLst>
          <pc:docMk/>
          <pc:sldMk cId="3725047582" sldId="259"/>
        </pc:sldMkLst>
      </pc:sldChg>
      <pc:sldChg chg="addSp delSp modSp mod">
        <pc:chgData name="FAWZI" userId="195c5d33-7e1b-4a36-a6b8-5f32864a09e4" providerId="ADAL" clId="{53428004-A21F-44C5-A17C-624F37CD3021}" dt="2023-10-10T18:54:43.192" v="410" actId="962"/>
        <pc:sldMkLst>
          <pc:docMk/>
          <pc:sldMk cId="2581851555" sldId="271"/>
        </pc:sldMkLst>
      </pc:sldChg>
      <pc:sldChg chg="modSp mod">
        <pc:chgData name="FAWZI" userId="195c5d33-7e1b-4a36-a6b8-5f32864a09e4" providerId="ADAL" clId="{53428004-A21F-44C5-A17C-624F37CD3021}" dt="2023-10-08T10:48:05.652" v="213" actId="962"/>
        <pc:sldMkLst>
          <pc:docMk/>
          <pc:sldMk cId="1492554715" sldId="272"/>
        </pc:sldMkLst>
      </pc:sldChg>
      <pc:sldChg chg="modSp mod">
        <pc:chgData name="FAWZI" userId="195c5d33-7e1b-4a36-a6b8-5f32864a09e4" providerId="ADAL" clId="{53428004-A21F-44C5-A17C-624F37CD3021}" dt="2023-10-08T10:48:16.170" v="215" actId="962"/>
        <pc:sldMkLst>
          <pc:docMk/>
          <pc:sldMk cId="1404046742" sldId="273"/>
        </pc:sldMkLst>
      </pc:sldChg>
      <pc:sldChg chg="modSp mod ord">
        <pc:chgData name="FAWZI" userId="195c5d33-7e1b-4a36-a6b8-5f32864a09e4" providerId="ADAL" clId="{53428004-A21F-44C5-A17C-624F37CD3021}" dt="2023-10-10T12:42:15.473" v="392"/>
        <pc:sldMkLst>
          <pc:docMk/>
          <pc:sldMk cId="620423515" sldId="274"/>
        </pc:sldMkLst>
      </pc:sldChg>
      <pc:sldChg chg="modSp mod">
        <pc:chgData name="FAWZI" userId="195c5d33-7e1b-4a36-a6b8-5f32864a09e4" providerId="ADAL" clId="{53428004-A21F-44C5-A17C-624F37CD3021}" dt="2023-09-30T18:55:16.185" v="35" actId="1076"/>
        <pc:sldMkLst>
          <pc:docMk/>
          <pc:sldMk cId="611777420" sldId="275"/>
        </pc:sldMkLst>
      </pc:sldChg>
      <pc:sldChg chg="modSp mod">
        <pc:chgData name="FAWZI" userId="195c5d33-7e1b-4a36-a6b8-5f32864a09e4" providerId="ADAL" clId="{53428004-A21F-44C5-A17C-624F37CD3021}" dt="2023-10-10T18:55:15.346" v="411" actId="14100"/>
        <pc:sldMkLst>
          <pc:docMk/>
          <pc:sldMk cId="756097840" sldId="277"/>
        </pc:sldMkLst>
      </pc:sldChg>
      <pc:sldChg chg="modSp mod">
        <pc:chgData name="FAWZI" userId="195c5d33-7e1b-4a36-a6b8-5f32864a09e4" providerId="ADAL" clId="{53428004-A21F-44C5-A17C-624F37CD3021}" dt="2023-09-30T19:02:25.917" v="46" actId="14100"/>
        <pc:sldMkLst>
          <pc:docMk/>
          <pc:sldMk cId="2806274499" sldId="278"/>
        </pc:sldMkLst>
      </pc:sldChg>
      <pc:sldChg chg="modSp mod">
        <pc:chgData name="FAWZI" userId="195c5d33-7e1b-4a36-a6b8-5f32864a09e4" providerId="ADAL" clId="{53428004-A21F-44C5-A17C-624F37CD3021}" dt="2023-09-30T19:25:22.793" v="71" actId="14100"/>
        <pc:sldMkLst>
          <pc:docMk/>
          <pc:sldMk cId="1332109351" sldId="284"/>
        </pc:sldMkLst>
      </pc:sldChg>
      <pc:sldChg chg="modSp mod">
        <pc:chgData name="FAWZI" userId="195c5d33-7e1b-4a36-a6b8-5f32864a09e4" providerId="ADAL" clId="{53428004-A21F-44C5-A17C-624F37CD3021}" dt="2023-09-30T19:28:49.466" v="80" actId="13900"/>
        <pc:sldMkLst>
          <pc:docMk/>
          <pc:sldMk cId="2509100816" sldId="285"/>
        </pc:sldMkLst>
      </pc:sldChg>
      <pc:sldChg chg="modSp mod">
        <pc:chgData name="FAWZI" userId="195c5d33-7e1b-4a36-a6b8-5f32864a09e4" providerId="ADAL" clId="{53428004-A21F-44C5-A17C-624F37CD3021}" dt="2023-09-30T19:29:15.750" v="81" actId="13900"/>
        <pc:sldMkLst>
          <pc:docMk/>
          <pc:sldMk cId="2133071634" sldId="286"/>
        </pc:sldMkLst>
      </pc:sldChg>
      <pc:sldChg chg="addSp delSp modSp new mod ord setBg">
        <pc:chgData name="FAWZI" userId="195c5d33-7e1b-4a36-a6b8-5f32864a09e4" providerId="ADAL" clId="{53428004-A21F-44C5-A17C-624F37CD3021}" dt="2023-10-10T12:56:55.853" v="394"/>
        <pc:sldMkLst>
          <pc:docMk/>
          <pc:sldMk cId="28839524" sldId="290"/>
        </pc:sldMkLst>
      </pc:sldChg>
    </pc:docChg>
  </pc:docChgLst>
  <pc:docChgLst>
    <pc:chgData name="FAWZI" userId="195c5d33-7e1b-4a36-a6b8-5f32864a09e4" providerId="ADAL" clId="{BB235D37-9450-4C6B-BC30-44D54127A77F}"/>
    <pc:docChg chg="undo custSel delSld modSld">
      <pc:chgData name="FAWZI" userId="195c5d33-7e1b-4a36-a6b8-5f32864a09e4" providerId="ADAL" clId="{BB235D37-9450-4C6B-BC30-44D54127A77F}" dt="2024-01-06T17:55:58.827" v="8" actId="2696"/>
      <pc:docMkLst>
        <pc:docMk/>
      </pc:docMkLst>
      <pc:sldChg chg="modSp mod">
        <pc:chgData name="FAWZI" userId="195c5d33-7e1b-4a36-a6b8-5f32864a09e4" providerId="ADAL" clId="{BB235D37-9450-4C6B-BC30-44D54127A77F}" dt="2023-12-25T16:35:47.927" v="7" actId="115"/>
        <pc:sldMkLst>
          <pc:docMk/>
          <pc:sldMk cId="611777420" sldId="275"/>
        </pc:sldMkLst>
      </pc:sldChg>
      <pc:sldChg chg="del">
        <pc:chgData name="FAWZI" userId="195c5d33-7e1b-4a36-a6b8-5f32864a09e4" providerId="ADAL" clId="{BB235D37-9450-4C6B-BC30-44D54127A77F}" dt="2024-01-06T17:55:58.827" v="8" actId="2696"/>
        <pc:sldMkLst>
          <pc:docMk/>
          <pc:sldMk cId="28839524" sldId="290"/>
        </pc:sldMkLst>
      </pc:sldChg>
    </pc:docChg>
  </pc:docChgLst>
  <pc:docChgLst>
    <pc:chgData name="Dr. FAWZI ABDULAZIZ MOHAMMED ALBALOOSHI" userId="195c5d33-7e1b-4a36-a6b8-5f32864a09e4" providerId="ADAL" clId="{1745A1F5-9677-43B2-8FC6-3D67A6FD89F7}"/>
    <pc:docChg chg="custSel modSld">
      <pc:chgData name="Dr. FAWZI ABDULAZIZ MOHAMMED ALBALOOSHI" userId="195c5d33-7e1b-4a36-a6b8-5f32864a09e4" providerId="ADAL" clId="{1745A1F5-9677-43B2-8FC6-3D67A6FD89F7}" dt="2025-03-28T08:09:52.822" v="27" actId="207"/>
      <pc:docMkLst>
        <pc:docMk/>
      </pc:docMkLst>
      <pc:sldChg chg="delSp modSp mod">
        <pc:chgData name="Dr. FAWZI ABDULAZIZ MOHAMMED ALBALOOSHI" userId="195c5d33-7e1b-4a36-a6b8-5f32864a09e4" providerId="ADAL" clId="{1745A1F5-9677-43B2-8FC6-3D67A6FD89F7}" dt="2025-03-28T08:04:14.481" v="4" actId="478"/>
        <pc:sldMkLst>
          <pc:docMk/>
          <pc:sldMk cId="3712345015" sldId="256"/>
        </pc:sldMkLst>
      </pc:sldChg>
      <pc:sldChg chg="modSp mod">
        <pc:chgData name="Dr. FAWZI ABDULAZIZ MOHAMMED ALBALOOSHI" userId="195c5d33-7e1b-4a36-a6b8-5f32864a09e4" providerId="ADAL" clId="{1745A1F5-9677-43B2-8FC6-3D67A6FD89F7}" dt="2025-03-28T08:04:21.726" v="5" actId="207"/>
        <pc:sldMkLst>
          <pc:docMk/>
          <pc:sldMk cId="2476875158" sldId="257"/>
        </pc:sldMkLst>
      </pc:sldChg>
      <pc:sldChg chg="modSp mod">
        <pc:chgData name="Dr. FAWZI ABDULAZIZ MOHAMMED ALBALOOSHI" userId="195c5d33-7e1b-4a36-a6b8-5f32864a09e4" providerId="ADAL" clId="{1745A1F5-9677-43B2-8FC6-3D67A6FD89F7}" dt="2025-03-28T08:04:29.211" v="6" actId="207"/>
        <pc:sldMkLst>
          <pc:docMk/>
          <pc:sldMk cId="3725047582" sldId="259"/>
        </pc:sldMkLst>
      </pc:sldChg>
      <pc:sldChg chg="modSp mod">
        <pc:chgData name="Dr. FAWZI ABDULAZIZ MOHAMMED ALBALOOSHI" userId="195c5d33-7e1b-4a36-a6b8-5f32864a09e4" providerId="ADAL" clId="{1745A1F5-9677-43B2-8FC6-3D67A6FD89F7}" dt="2025-03-28T08:04:34.272" v="7" actId="207"/>
        <pc:sldMkLst>
          <pc:docMk/>
          <pc:sldMk cId="2581851555" sldId="271"/>
        </pc:sldMkLst>
      </pc:sldChg>
      <pc:sldChg chg="modSp mod">
        <pc:chgData name="Dr. FAWZI ABDULAZIZ MOHAMMED ALBALOOSHI" userId="195c5d33-7e1b-4a36-a6b8-5f32864a09e4" providerId="ADAL" clId="{1745A1F5-9677-43B2-8FC6-3D67A6FD89F7}" dt="2025-03-28T08:04:39.401" v="8" actId="207"/>
        <pc:sldMkLst>
          <pc:docMk/>
          <pc:sldMk cId="1492554715" sldId="272"/>
        </pc:sldMkLst>
      </pc:sldChg>
      <pc:sldChg chg="modSp mod">
        <pc:chgData name="Dr. FAWZI ABDULAZIZ MOHAMMED ALBALOOSHI" userId="195c5d33-7e1b-4a36-a6b8-5f32864a09e4" providerId="ADAL" clId="{1745A1F5-9677-43B2-8FC6-3D67A6FD89F7}" dt="2025-03-28T08:04:46.653" v="9" actId="207"/>
        <pc:sldMkLst>
          <pc:docMk/>
          <pc:sldMk cId="1404046742" sldId="273"/>
        </pc:sldMkLst>
      </pc:sldChg>
      <pc:sldChg chg="modSp mod">
        <pc:chgData name="Dr. FAWZI ABDULAZIZ MOHAMMED ALBALOOSHI" userId="195c5d33-7e1b-4a36-a6b8-5f32864a09e4" providerId="ADAL" clId="{1745A1F5-9677-43B2-8FC6-3D67A6FD89F7}" dt="2025-03-28T08:04:51.312" v="10" actId="207"/>
        <pc:sldMkLst>
          <pc:docMk/>
          <pc:sldMk cId="620423515" sldId="274"/>
        </pc:sldMkLst>
      </pc:sldChg>
      <pc:sldChg chg="modSp mod">
        <pc:chgData name="Dr. FAWZI ABDULAZIZ MOHAMMED ALBALOOSHI" userId="195c5d33-7e1b-4a36-a6b8-5f32864a09e4" providerId="ADAL" clId="{1745A1F5-9677-43B2-8FC6-3D67A6FD89F7}" dt="2025-03-28T08:04:56.295" v="11" actId="207"/>
        <pc:sldMkLst>
          <pc:docMk/>
          <pc:sldMk cId="611777420" sldId="275"/>
        </pc:sldMkLst>
      </pc:sldChg>
      <pc:sldChg chg="modSp mod">
        <pc:chgData name="Dr. FAWZI ABDULAZIZ MOHAMMED ALBALOOSHI" userId="195c5d33-7e1b-4a36-a6b8-5f32864a09e4" providerId="ADAL" clId="{1745A1F5-9677-43B2-8FC6-3D67A6FD89F7}" dt="2025-03-28T08:05:15.648" v="12" actId="207"/>
        <pc:sldMkLst>
          <pc:docMk/>
          <pc:sldMk cId="756097840" sldId="277"/>
        </pc:sldMkLst>
      </pc:sldChg>
      <pc:sldChg chg="modSp mod">
        <pc:chgData name="Dr. FAWZI ABDULAZIZ MOHAMMED ALBALOOSHI" userId="195c5d33-7e1b-4a36-a6b8-5f32864a09e4" providerId="ADAL" clId="{1745A1F5-9677-43B2-8FC6-3D67A6FD89F7}" dt="2025-03-28T08:05:22.578" v="13" actId="207"/>
        <pc:sldMkLst>
          <pc:docMk/>
          <pc:sldMk cId="2806274499" sldId="278"/>
        </pc:sldMkLst>
      </pc:sldChg>
      <pc:sldChg chg="modSp mod">
        <pc:chgData name="Dr. FAWZI ABDULAZIZ MOHAMMED ALBALOOSHI" userId="195c5d33-7e1b-4a36-a6b8-5f32864a09e4" providerId="ADAL" clId="{1745A1F5-9677-43B2-8FC6-3D67A6FD89F7}" dt="2025-03-28T08:05:38.354" v="16" actId="207"/>
        <pc:sldMkLst>
          <pc:docMk/>
          <pc:sldMk cId="2786931534" sldId="279"/>
        </pc:sldMkLst>
      </pc:sldChg>
      <pc:sldChg chg="modSp mod">
        <pc:chgData name="Dr. FAWZI ABDULAZIZ MOHAMMED ALBALOOSHI" userId="195c5d33-7e1b-4a36-a6b8-5f32864a09e4" providerId="ADAL" clId="{1745A1F5-9677-43B2-8FC6-3D67A6FD89F7}" dt="2025-03-28T08:05:27.471" v="14" actId="207"/>
        <pc:sldMkLst>
          <pc:docMk/>
          <pc:sldMk cId="2005180415" sldId="280"/>
        </pc:sldMkLst>
      </pc:sldChg>
      <pc:sldChg chg="modSp mod">
        <pc:chgData name="Dr. FAWZI ABDULAZIZ MOHAMMED ALBALOOSHI" userId="195c5d33-7e1b-4a36-a6b8-5f32864a09e4" providerId="ADAL" clId="{1745A1F5-9677-43B2-8FC6-3D67A6FD89F7}" dt="2025-03-28T08:05:33.932" v="15" actId="207"/>
        <pc:sldMkLst>
          <pc:docMk/>
          <pc:sldMk cId="2219860017" sldId="281"/>
        </pc:sldMkLst>
      </pc:sldChg>
      <pc:sldChg chg="modSp mod">
        <pc:chgData name="Dr. FAWZI ABDULAZIZ MOHAMMED ALBALOOSHI" userId="195c5d33-7e1b-4a36-a6b8-5f32864a09e4" providerId="ADAL" clId="{1745A1F5-9677-43B2-8FC6-3D67A6FD89F7}" dt="2025-03-28T08:06:05.193" v="21" actId="207"/>
        <pc:sldMkLst>
          <pc:docMk/>
          <pc:sldMk cId="602183604" sldId="282"/>
        </pc:sldMkLst>
      </pc:sldChg>
      <pc:sldChg chg="modSp mod">
        <pc:chgData name="Dr. FAWZI ABDULAZIZ MOHAMMED ALBALOOSHI" userId="195c5d33-7e1b-4a36-a6b8-5f32864a09e4" providerId="ADAL" clId="{1745A1F5-9677-43B2-8FC6-3D67A6FD89F7}" dt="2025-03-28T08:06:09.527" v="22" actId="207"/>
        <pc:sldMkLst>
          <pc:docMk/>
          <pc:sldMk cId="1560682100" sldId="283"/>
        </pc:sldMkLst>
      </pc:sldChg>
      <pc:sldChg chg="modSp mod">
        <pc:chgData name="Dr. FAWZI ABDULAZIZ MOHAMMED ALBALOOSHI" userId="195c5d33-7e1b-4a36-a6b8-5f32864a09e4" providerId="ADAL" clId="{1745A1F5-9677-43B2-8FC6-3D67A6FD89F7}" dt="2025-03-28T08:06:13.607" v="23" actId="207"/>
        <pc:sldMkLst>
          <pc:docMk/>
          <pc:sldMk cId="1332109351" sldId="284"/>
        </pc:sldMkLst>
      </pc:sldChg>
      <pc:sldChg chg="modSp mod">
        <pc:chgData name="Dr. FAWZI ABDULAZIZ MOHAMMED ALBALOOSHI" userId="195c5d33-7e1b-4a36-a6b8-5f32864a09e4" providerId="ADAL" clId="{1745A1F5-9677-43B2-8FC6-3D67A6FD89F7}" dt="2025-03-28T08:06:24.579" v="24" actId="207"/>
        <pc:sldMkLst>
          <pc:docMk/>
          <pc:sldMk cId="2509100816" sldId="285"/>
        </pc:sldMkLst>
      </pc:sldChg>
      <pc:sldChg chg="modSp mod">
        <pc:chgData name="Dr. FAWZI ABDULAZIZ MOHAMMED ALBALOOSHI" userId="195c5d33-7e1b-4a36-a6b8-5f32864a09e4" providerId="ADAL" clId="{1745A1F5-9677-43B2-8FC6-3D67A6FD89F7}" dt="2025-03-28T08:09:52.822" v="27" actId="207"/>
        <pc:sldMkLst>
          <pc:docMk/>
          <pc:sldMk cId="2133071634" sldId="286"/>
        </pc:sldMkLst>
      </pc:sldChg>
      <pc:sldChg chg="modSp mod">
        <pc:chgData name="Dr. FAWZI ABDULAZIZ MOHAMMED ALBALOOSHI" userId="195c5d33-7e1b-4a36-a6b8-5f32864a09e4" providerId="ADAL" clId="{1745A1F5-9677-43B2-8FC6-3D67A6FD89F7}" dt="2025-03-28T08:06:29.070" v="25" actId="207"/>
        <pc:sldMkLst>
          <pc:docMk/>
          <pc:sldMk cId="2739737739" sldId="287"/>
        </pc:sldMkLst>
      </pc:sldChg>
      <pc:sldChg chg="modSp mod">
        <pc:chgData name="Dr. FAWZI ABDULAZIZ MOHAMMED ALBALOOSHI" userId="195c5d33-7e1b-4a36-a6b8-5f32864a09e4" providerId="ADAL" clId="{1745A1F5-9677-43B2-8FC6-3D67A6FD89F7}" dt="2025-03-28T08:06:34.938" v="26" actId="207"/>
        <pc:sldMkLst>
          <pc:docMk/>
          <pc:sldMk cId="2481496745" sldId="289"/>
        </pc:sldMkLst>
      </pc:sldChg>
      <pc:sldChg chg="modSp mod">
        <pc:chgData name="Dr. FAWZI ABDULAZIZ MOHAMMED ALBALOOSHI" userId="195c5d33-7e1b-4a36-a6b8-5f32864a09e4" providerId="ADAL" clId="{1745A1F5-9677-43B2-8FC6-3D67A6FD89F7}" dt="2025-03-28T08:05:59.237" v="20" actId="207"/>
        <pc:sldMkLst>
          <pc:docMk/>
          <pc:sldMk cId="1646006356" sldId="290"/>
        </pc:sldMkLst>
      </pc:sldChg>
      <pc:sldChg chg="modSp mod">
        <pc:chgData name="Dr. FAWZI ABDULAZIZ MOHAMMED ALBALOOSHI" userId="195c5d33-7e1b-4a36-a6b8-5f32864a09e4" providerId="ADAL" clId="{1745A1F5-9677-43B2-8FC6-3D67A6FD89F7}" dt="2025-03-28T08:05:42.467" v="17" actId="207"/>
        <pc:sldMkLst>
          <pc:docMk/>
          <pc:sldMk cId="1683238244" sldId="291"/>
        </pc:sldMkLst>
      </pc:sldChg>
      <pc:sldChg chg="modSp mod">
        <pc:chgData name="Dr. FAWZI ABDULAZIZ MOHAMMED ALBALOOSHI" userId="195c5d33-7e1b-4a36-a6b8-5f32864a09e4" providerId="ADAL" clId="{1745A1F5-9677-43B2-8FC6-3D67A6FD89F7}" dt="2025-03-28T08:05:54.537" v="19" actId="207"/>
        <pc:sldMkLst>
          <pc:docMk/>
          <pc:sldMk cId="808765698" sldId="292"/>
        </pc:sldMkLst>
      </pc:sldChg>
    </pc:docChg>
  </pc:docChgLst>
  <pc:docChgLst>
    <pc:chgData name="Dr. FAWZI ABDULAZIZ MOHAMMED ALBALOOSHI" userId="195c5d33-7e1b-4a36-a6b8-5f32864a09e4" providerId="ADAL" clId="{396F5324-3990-4056-90DE-A720D37BAE8E}"/>
    <pc:docChg chg="undo custSel addSld modSld">
      <pc:chgData name="Dr. FAWZI ABDULAZIZ MOHAMMED ALBALOOSHI" userId="195c5d33-7e1b-4a36-a6b8-5f32864a09e4" providerId="ADAL" clId="{396F5324-3990-4056-90DE-A720D37BAE8E}" dt="2025-09-23T07:51:54.515" v="90" actId="27636"/>
      <pc:docMkLst>
        <pc:docMk/>
      </pc:docMkLst>
      <pc:sldChg chg="modSp mod">
        <pc:chgData name="Dr. FAWZI ABDULAZIZ MOHAMMED ALBALOOSHI" userId="195c5d33-7e1b-4a36-a6b8-5f32864a09e4" providerId="ADAL" clId="{396F5324-3990-4056-90DE-A720D37BAE8E}" dt="2025-09-23T07:36:25.217" v="51" actId="115"/>
        <pc:sldMkLst>
          <pc:docMk/>
          <pc:sldMk cId="602183604" sldId="282"/>
        </pc:sldMkLst>
        <pc:spChg chg="mod">
          <ac:chgData name="Dr. FAWZI ABDULAZIZ MOHAMMED ALBALOOSHI" userId="195c5d33-7e1b-4a36-a6b8-5f32864a09e4" providerId="ADAL" clId="{396F5324-3990-4056-90DE-A720D37BAE8E}" dt="2025-09-23T07:36:25.217" v="51" actId="115"/>
          <ac:spMkLst>
            <pc:docMk/>
            <pc:sldMk cId="602183604" sldId="282"/>
            <ac:spMk id="3" creationId="{C0A0DA03-8DCB-6C12-0FDB-B85BAA7CAAC3}"/>
          </ac:spMkLst>
        </pc:spChg>
      </pc:sldChg>
      <pc:sldChg chg="modSp mod">
        <pc:chgData name="Dr. FAWZI ABDULAZIZ MOHAMMED ALBALOOSHI" userId="195c5d33-7e1b-4a36-a6b8-5f32864a09e4" providerId="ADAL" clId="{396F5324-3990-4056-90DE-A720D37BAE8E}" dt="2025-09-23T07:43:50.601" v="87" actId="1076"/>
        <pc:sldMkLst>
          <pc:docMk/>
          <pc:sldMk cId="1560682100" sldId="283"/>
        </pc:sldMkLst>
        <pc:spChg chg="mod">
          <ac:chgData name="Dr. FAWZI ABDULAZIZ MOHAMMED ALBALOOSHI" userId="195c5d33-7e1b-4a36-a6b8-5f32864a09e4" providerId="ADAL" clId="{396F5324-3990-4056-90DE-A720D37BAE8E}" dt="2025-09-23T07:43:50.601" v="87" actId="1076"/>
          <ac:spMkLst>
            <pc:docMk/>
            <pc:sldMk cId="1560682100" sldId="283"/>
            <ac:spMk id="3" creationId="{C0A0DA03-8DCB-6C12-0FDB-B85BAA7CAAC3}"/>
          </ac:spMkLst>
        </pc:spChg>
      </pc:sldChg>
      <pc:sldChg chg="modSp mod">
        <pc:chgData name="Dr. FAWZI ABDULAZIZ MOHAMMED ALBALOOSHI" userId="195c5d33-7e1b-4a36-a6b8-5f32864a09e4" providerId="ADAL" clId="{396F5324-3990-4056-90DE-A720D37BAE8E}" dt="2025-09-23T07:51:54.515" v="90" actId="27636"/>
        <pc:sldMkLst>
          <pc:docMk/>
          <pc:sldMk cId="2509100816" sldId="285"/>
        </pc:sldMkLst>
        <pc:spChg chg="mod">
          <ac:chgData name="Dr. FAWZI ABDULAZIZ MOHAMMED ALBALOOSHI" userId="195c5d33-7e1b-4a36-a6b8-5f32864a09e4" providerId="ADAL" clId="{396F5324-3990-4056-90DE-A720D37BAE8E}" dt="2025-09-23T07:51:54.515" v="90" actId="27636"/>
          <ac:spMkLst>
            <pc:docMk/>
            <pc:sldMk cId="2509100816" sldId="285"/>
            <ac:spMk id="3" creationId="{C0A0DA03-8DCB-6C12-0FDB-B85BAA7CAAC3}"/>
          </ac:spMkLst>
        </pc:spChg>
      </pc:sldChg>
      <pc:sldChg chg="modSp mod">
        <pc:chgData name="Dr. FAWZI ABDULAZIZ MOHAMMED ALBALOOSHI" userId="195c5d33-7e1b-4a36-a6b8-5f32864a09e4" providerId="ADAL" clId="{396F5324-3990-4056-90DE-A720D37BAE8E}" dt="2025-09-23T07:33:05.070" v="42" actId="255"/>
        <pc:sldMkLst>
          <pc:docMk/>
          <pc:sldMk cId="1683238244" sldId="291"/>
        </pc:sldMkLst>
        <pc:spChg chg="mod">
          <ac:chgData name="Dr. FAWZI ABDULAZIZ MOHAMMED ALBALOOSHI" userId="195c5d33-7e1b-4a36-a6b8-5f32864a09e4" providerId="ADAL" clId="{396F5324-3990-4056-90DE-A720D37BAE8E}" dt="2025-09-23T07:33:05.070" v="42" actId="255"/>
          <ac:spMkLst>
            <pc:docMk/>
            <pc:sldMk cId="1683238244" sldId="291"/>
            <ac:spMk id="5" creationId="{324CAA40-AAA8-4887-EF89-F93519670AD4}"/>
          </ac:spMkLst>
        </pc:spChg>
      </pc:sldChg>
      <pc:sldChg chg="modSp mod">
        <pc:chgData name="Dr. FAWZI ABDULAZIZ MOHAMMED ALBALOOSHI" userId="195c5d33-7e1b-4a36-a6b8-5f32864a09e4" providerId="ADAL" clId="{396F5324-3990-4056-90DE-A720D37BAE8E}" dt="2025-09-23T07:28:51.449" v="19" actId="21"/>
        <pc:sldMkLst>
          <pc:docMk/>
          <pc:sldMk cId="808765698" sldId="292"/>
        </pc:sldMkLst>
        <pc:spChg chg="mod">
          <ac:chgData name="Dr. FAWZI ABDULAZIZ MOHAMMED ALBALOOSHI" userId="195c5d33-7e1b-4a36-a6b8-5f32864a09e4" providerId="ADAL" clId="{396F5324-3990-4056-90DE-A720D37BAE8E}" dt="2025-09-23T07:28:51.449" v="19" actId="21"/>
          <ac:spMkLst>
            <pc:docMk/>
            <pc:sldMk cId="808765698" sldId="292"/>
            <ac:spMk id="5" creationId="{D55BF4A7-80E8-94F3-7991-976C804FC4F3}"/>
          </ac:spMkLst>
        </pc:spChg>
      </pc:sldChg>
      <pc:sldChg chg="modSp add mod">
        <pc:chgData name="Dr. FAWZI ABDULAZIZ MOHAMMED ALBALOOSHI" userId="195c5d33-7e1b-4a36-a6b8-5f32864a09e4" providerId="ADAL" clId="{396F5324-3990-4056-90DE-A720D37BAE8E}" dt="2025-09-23T07:33:14.502" v="43" actId="255"/>
        <pc:sldMkLst>
          <pc:docMk/>
          <pc:sldMk cId="3044096344" sldId="293"/>
        </pc:sldMkLst>
        <pc:spChg chg="mod">
          <ac:chgData name="Dr. FAWZI ABDULAZIZ MOHAMMED ALBALOOSHI" userId="195c5d33-7e1b-4a36-a6b8-5f32864a09e4" providerId="ADAL" clId="{396F5324-3990-4056-90DE-A720D37BAE8E}" dt="2025-09-23T07:33:14.502" v="43" actId="255"/>
          <ac:spMkLst>
            <pc:docMk/>
            <pc:sldMk cId="3044096344" sldId="293"/>
            <ac:spMk id="5" creationId="{05A266B6-0BE7-E4D9-5AB8-F851A51CF3CF}"/>
          </ac:spMkLst>
        </pc:spChg>
      </pc:sldChg>
      <pc:sldChg chg="modSp add mod">
        <pc:chgData name="Dr. FAWZI ABDULAZIZ MOHAMMED ALBALOOSHI" userId="195c5d33-7e1b-4a36-a6b8-5f32864a09e4" providerId="ADAL" clId="{396F5324-3990-4056-90DE-A720D37BAE8E}" dt="2025-09-23T07:47:00.306" v="88"/>
        <pc:sldMkLst>
          <pc:docMk/>
          <pc:sldMk cId="1175818900" sldId="294"/>
        </pc:sldMkLst>
        <pc:spChg chg="mod">
          <ac:chgData name="Dr. FAWZI ABDULAZIZ MOHAMMED ALBALOOSHI" userId="195c5d33-7e1b-4a36-a6b8-5f32864a09e4" providerId="ADAL" clId="{396F5324-3990-4056-90DE-A720D37BAE8E}" dt="2025-09-23T07:47:00.306" v="88"/>
          <ac:spMkLst>
            <pc:docMk/>
            <pc:sldMk cId="1175818900" sldId="294"/>
            <ac:spMk id="3" creationId="{7D1613FA-0885-5387-5712-4D2D49A242DE}"/>
          </ac:spMkLst>
        </pc:spChg>
      </pc:sldChg>
    </pc:docChg>
  </pc:docChgLst>
  <pc:docChgLst>
    <pc:chgData name="Dr. FAWZI ABDULAZIZ MOHAMMED ALBALOOSHI" userId="195c5d33-7e1b-4a36-a6b8-5f32864a09e4" providerId="ADAL" clId="{B9B11EEB-EFF8-46EB-A370-0DAB4F33F30F}"/>
    <pc:docChg chg="undo custSel delSld modSld">
      <pc:chgData name="Dr. FAWZI ABDULAZIZ MOHAMMED ALBALOOSHI" userId="195c5d33-7e1b-4a36-a6b8-5f32864a09e4" providerId="ADAL" clId="{B9B11EEB-EFF8-46EB-A370-0DAB4F33F30F}" dt="2024-02-26T09:11:40.410" v="60" actId="2696"/>
      <pc:docMkLst>
        <pc:docMk/>
      </pc:docMkLst>
      <pc:sldChg chg="modSp mod">
        <pc:chgData name="Dr. FAWZI ABDULAZIZ MOHAMMED ALBALOOSHI" userId="195c5d33-7e1b-4a36-a6b8-5f32864a09e4" providerId="ADAL" clId="{B9B11EEB-EFF8-46EB-A370-0DAB4F33F30F}" dt="2024-02-24T18:36:59.487" v="9" actId="115"/>
        <pc:sldMkLst>
          <pc:docMk/>
          <pc:sldMk cId="3725047582" sldId="259"/>
        </pc:sldMkLst>
      </pc:sldChg>
      <pc:sldChg chg="del">
        <pc:chgData name="Dr. FAWZI ABDULAZIZ MOHAMMED ALBALOOSHI" userId="195c5d33-7e1b-4a36-a6b8-5f32864a09e4" providerId="ADAL" clId="{B9B11EEB-EFF8-46EB-A370-0DAB4F33F30F}" dt="2024-02-26T09:11:40.410" v="60" actId="2696"/>
        <pc:sldMkLst>
          <pc:docMk/>
          <pc:sldMk cId="294008605" sldId="269"/>
        </pc:sldMkLst>
      </pc:sldChg>
      <pc:sldChg chg="modSp mod">
        <pc:chgData name="Dr. FAWZI ABDULAZIZ MOHAMMED ALBALOOSHI" userId="195c5d33-7e1b-4a36-a6b8-5f32864a09e4" providerId="ADAL" clId="{B9B11EEB-EFF8-46EB-A370-0DAB4F33F30F}" dt="2024-02-24T18:37:36.809" v="11" actId="20577"/>
        <pc:sldMkLst>
          <pc:docMk/>
          <pc:sldMk cId="2581851555" sldId="271"/>
        </pc:sldMkLst>
      </pc:sldChg>
      <pc:sldChg chg="modSp mod">
        <pc:chgData name="Dr. FAWZI ABDULAZIZ MOHAMMED ALBALOOSHI" userId="195c5d33-7e1b-4a36-a6b8-5f32864a09e4" providerId="ADAL" clId="{B9B11EEB-EFF8-46EB-A370-0DAB4F33F30F}" dt="2024-02-24T18:46:33.610" v="19" actId="14100"/>
        <pc:sldMkLst>
          <pc:docMk/>
          <pc:sldMk cId="620423515" sldId="274"/>
        </pc:sldMkLst>
      </pc:sldChg>
      <pc:sldChg chg="modSp mod">
        <pc:chgData name="Dr. FAWZI ABDULAZIZ MOHAMMED ALBALOOSHI" userId="195c5d33-7e1b-4a36-a6b8-5f32864a09e4" providerId="ADAL" clId="{B9B11EEB-EFF8-46EB-A370-0DAB4F33F30F}" dt="2024-02-24T18:46:43.102" v="20" actId="14100"/>
        <pc:sldMkLst>
          <pc:docMk/>
          <pc:sldMk cId="611777420" sldId="275"/>
        </pc:sldMkLst>
      </pc:sldChg>
      <pc:sldChg chg="modSp mod">
        <pc:chgData name="Dr. FAWZI ABDULAZIZ MOHAMMED ALBALOOSHI" userId="195c5d33-7e1b-4a36-a6b8-5f32864a09e4" providerId="ADAL" clId="{B9B11EEB-EFF8-46EB-A370-0DAB4F33F30F}" dt="2024-02-24T19:02:57.406" v="26" actId="14100"/>
        <pc:sldMkLst>
          <pc:docMk/>
          <pc:sldMk cId="2806274499" sldId="278"/>
        </pc:sldMkLst>
      </pc:sldChg>
      <pc:sldChg chg="modSp mod">
        <pc:chgData name="Dr. FAWZI ABDULAZIZ MOHAMMED ALBALOOSHI" userId="195c5d33-7e1b-4a36-a6b8-5f32864a09e4" providerId="ADAL" clId="{B9B11EEB-EFF8-46EB-A370-0DAB4F33F30F}" dt="2024-02-24T19:03:43.570" v="28" actId="1076"/>
        <pc:sldMkLst>
          <pc:docMk/>
          <pc:sldMk cId="2005180415" sldId="280"/>
        </pc:sldMkLst>
      </pc:sldChg>
      <pc:sldChg chg="modSp mod">
        <pc:chgData name="Dr. FAWZI ABDULAZIZ MOHAMMED ALBALOOSHI" userId="195c5d33-7e1b-4a36-a6b8-5f32864a09e4" providerId="ADAL" clId="{B9B11EEB-EFF8-46EB-A370-0DAB4F33F30F}" dt="2024-02-24T19:18:31.488" v="59" actId="1076"/>
        <pc:sldMkLst>
          <pc:docMk/>
          <pc:sldMk cId="1560682100" sldId="283"/>
        </pc:sldMkLst>
      </pc:sldChg>
    </pc:docChg>
  </pc:docChgLst>
  <pc:docChgLst>
    <pc:chgData name="Dr. FAWZI ABDULAZIZ MOHAMMED ALBALOOSHI" userId="195c5d33-7e1b-4a36-a6b8-5f32864a09e4" providerId="ADAL" clId="{8BD62A0F-14E3-4F15-9B47-477B278E88EF}"/>
    <pc:docChg chg="modSld">
      <pc:chgData name="Dr. FAWZI ABDULAZIZ MOHAMMED ALBALOOSHI" userId="195c5d33-7e1b-4a36-a6b8-5f32864a09e4" providerId="ADAL" clId="{8BD62A0F-14E3-4F15-9B47-477B278E88EF}" dt="2025-09-21T07:02:49.923" v="1" actId="14100"/>
      <pc:docMkLst>
        <pc:docMk/>
      </pc:docMkLst>
      <pc:sldChg chg="modSp mod">
        <pc:chgData name="Dr. FAWZI ABDULAZIZ MOHAMMED ALBALOOSHI" userId="195c5d33-7e1b-4a36-a6b8-5f32864a09e4" providerId="ADAL" clId="{8BD62A0F-14E3-4F15-9B47-477B278E88EF}" dt="2025-09-21T07:02:49.923" v="1" actId="14100"/>
        <pc:sldMkLst>
          <pc:docMk/>
          <pc:sldMk cId="1492554715" sldId="272"/>
        </pc:sldMkLst>
        <pc:spChg chg="mod">
          <ac:chgData name="Dr. FAWZI ABDULAZIZ MOHAMMED ALBALOOSHI" userId="195c5d33-7e1b-4a36-a6b8-5f32864a09e4" providerId="ADAL" clId="{8BD62A0F-14E3-4F15-9B47-477B278E88EF}" dt="2025-09-21T07:02:49.923" v="1" actId="14100"/>
          <ac:spMkLst>
            <pc:docMk/>
            <pc:sldMk cId="1492554715" sldId="272"/>
            <ac:spMk id="3" creationId="{C0A0DA03-8DCB-6C12-0FDB-B85BAA7CAAC3}"/>
          </ac:spMkLst>
        </pc:spChg>
      </pc:sldChg>
    </pc:docChg>
  </pc:docChgLst>
  <pc:docChgLst>
    <pc:chgData name="Dr. FAWZI ABDULAZIZ MOHAMMED ALBALOOSHI" userId="195c5d33-7e1b-4a36-a6b8-5f32864a09e4" providerId="ADAL" clId="{05D0A4B3-5E1F-4452-98BD-C61035374DE9}"/>
    <pc:docChg chg="modSld">
      <pc:chgData name="Dr. FAWZI ABDULAZIZ MOHAMMED ALBALOOSHI" userId="195c5d33-7e1b-4a36-a6b8-5f32864a09e4" providerId="ADAL" clId="{05D0A4B3-5E1F-4452-98BD-C61035374DE9}" dt="2025-02-18T07:16:28.712" v="3" actId="1076"/>
      <pc:docMkLst>
        <pc:docMk/>
      </pc:docMkLst>
      <pc:sldChg chg="modSp mod">
        <pc:chgData name="Dr. FAWZI ABDULAZIZ MOHAMMED ALBALOOSHI" userId="195c5d33-7e1b-4a36-a6b8-5f32864a09e4" providerId="ADAL" clId="{05D0A4B3-5E1F-4452-98BD-C61035374DE9}" dt="2025-02-16T06:33:01.090" v="0" actId="113"/>
        <pc:sldMkLst>
          <pc:docMk/>
          <pc:sldMk cId="620423515" sldId="274"/>
        </pc:sldMkLst>
      </pc:sldChg>
      <pc:sldChg chg="modSp mod">
        <pc:chgData name="Dr. FAWZI ABDULAZIZ MOHAMMED ALBALOOSHI" userId="195c5d33-7e1b-4a36-a6b8-5f32864a09e4" providerId="ADAL" clId="{05D0A4B3-5E1F-4452-98BD-C61035374DE9}" dt="2025-02-18T07:16:28.712" v="3" actId="1076"/>
        <pc:sldMkLst>
          <pc:docMk/>
          <pc:sldMk cId="808765698"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387DCC-21DC-4019-8C72-DAC271DD4E7C}" type="datetimeFigureOut">
              <a:rPr lang="en-US" smtClean="0"/>
              <a:t>9/23/2025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D92738-F8C6-42B0-9033-5E20D2DA8F31}" type="slidenum">
              <a:rPr lang="en-US" smtClean="0"/>
              <a:t>‹#›</a:t>
            </a:fld>
            <a:endParaRPr lang="en-US"/>
          </a:p>
        </p:txBody>
      </p:sp>
    </p:spTree>
    <p:extLst>
      <p:ext uri="{BB962C8B-B14F-4D97-AF65-F5344CB8AC3E}">
        <p14:creationId xmlns:p14="http://schemas.microsoft.com/office/powerpoint/2010/main" val="392561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 batch is similar to a system developed using the waterfall approach and the small batch size is like a system developed using ADD or any other incremental development approach.</a:t>
            </a:r>
          </a:p>
          <a:p>
            <a:endParaRPr lang="en-US" dirty="0"/>
          </a:p>
        </p:txBody>
      </p:sp>
      <p:sp>
        <p:nvSpPr>
          <p:cNvPr id="4" name="Slide Number Placeholder 3"/>
          <p:cNvSpPr>
            <a:spLocks noGrp="1"/>
          </p:cNvSpPr>
          <p:nvPr>
            <p:ph type="sldNum" sz="quarter" idx="5"/>
          </p:nvPr>
        </p:nvSpPr>
        <p:spPr/>
        <p:txBody>
          <a:bodyPr/>
          <a:lstStyle/>
          <a:p>
            <a:fld id="{B6D92738-F8C6-42B0-9033-5E20D2DA8F31}" type="slidenum">
              <a:rPr lang="en-US" smtClean="0"/>
              <a:t>9</a:t>
            </a:fld>
            <a:endParaRPr lang="en-US"/>
          </a:p>
        </p:txBody>
      </p:sp>
    </p:spTree>
    <p:extLst>
      <p:ext uri="{BB962C8B-B14F-4D97-AF65-F5344CB8AC3E}">
        <p14:creationId xmlns:p14="http://schemas.microsoft.com/office/powerpoint/2010/main" val="2149660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D92738-F8C6-42B0-9033-5E20D2DA8F31}" type="slidenum">
              <a:rPr lang="en-US" smtClean="0"/>
              <a:t>10</a:t>
            </a:fld>
            <a:endParaRPr lang="en-US"/>
          </a:p>
        </p:txBody>
      </p:sp>
    </p:spTree>
    <p:extLst>
      <p:ext uri="{BB962C8B-B14F-4D97-AF65-F5344CB8AC3E}">
        <p14:creationId xmlns:p14="http://schemas.microsoft.com/office/powerpoint/2010/main" val="1928139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062F8-43D3-199F-3E46-BB3399BAAB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8C5FA5B-BE56-BF6D-BCAF-40AC645253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7F128C0-7599-DFD8-68B1-DD20FD21621B}"/>
              </a:ext>
            </a:extLst>
          </p:cNvPr>
          <p:cNvSpPr>
            <a:spLocks noGrp="1"/>
          </p:cNvSpPr>
          <p:nvPr>
            <p:ph type="dt" sz="half" idx="10"/>
          </p:nvPr>
        </p:nvSpPr>
        <p:spPr/>
        <p:txBody>
          <a:bodyPr/>
          <a:lstStyle/>
          <a:p>
            <a:fld id="{6E88A3DC-2483-4B72-B996-EC5BDC65580C}" type="datetime1">
              <a:rPr lang="en-GB" smtClean="0"/>
              <a:t>23/09/2025</a:t>
            </a:fld>
            <a:endParaRPr lang="en-GB"/>
          </a:p>
        </p:txBody>
      </p:sp>
      <p:sp>
        <p:nvSpPr>
          <p:cNvPr id="5" name="Footer Placeholder 4">
            <a:extLst>
              <a:ext uri="{FF2B5EF4-FFF2-40B4-BE49-F238E27FC236}">
                <a16:creationId xmlns:a16="http://schemas.microsoft.com/office/drawing/2014/main" id="{BC67F25B-3285-0338-76E7-FAA1B3BB644D}"/>
              </a:ext>
            </a:extLst>
          </p:cNvPr>
          <p:cNvSpPr>
            <a:spLocks noGrp="1"/>
          </p:cNvSpPr>
          <p:nvPr>
            <p:ph type="ftr" sz="quarter" idx="11"/>
          </p:nvPr>
        </p:nvSpPr>
        <p:spPr/>
        <p:txBody>
          <a:bodyPr/>
          <a:lstStyle/>
          <a:p>
            <a:r>
              <a:rPr lang="en-US"/>
              <a:t>Prepared by Dr. Fawzi Albalooshi </a:t>
            </a:r>
            <a:endParaRPr lang="en-GB"/>
          </a:p>
        </p:txBody>
      </p:sp>
      <p:sp>
        <p:nvSpPr>
          <p:cNvPr id="6" name="Slide Number Placeholder 5">
            <a:extLst>
              <a:ext uri="{FF2B5EF4-FFF2-40B4-BE49-F238E27FC236}">
                <a16:creationId xmlns:a16="http://schemas.microsoft.com/office/drawing/2014/main" id="{5963237A-8980-C339-CEFB-F5840DA1064C}"/>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669844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2F44-A7D4-D9A8-E199-1062F5A988E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E1AEC0-9E15-9AAB-E5F8-689A1EA612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4BC5FF-0BC0-E4FC-1172-673D53731F66}"/>
              </a:ext>
            </a:extLst>
          </p:cNvPr>
          <p:cNvSpPr>
            <a:spLocks noGrp="1"/>
          </p:cNvSpPr>
          <p:nvPr>
            <p:ph type="dt" sz="half" idx="10"/>
          </p:nvPr>
        </p:nvSpPr>
        <p:spPr/>
        <p:txBody>
          <a:bodyPr/>
          <a:lstStyle/>
          <a:p>
            <a:fld id="{6046EB80-48F2-46BF-B3F2-9292ACFF4271}" type="datetime1">
              <a:rPr lang="en-GB" smtClean="0"/>
              <a:t>23/09/2025</a:t>
            </a:fld>
            <a:endParaRPr lang="en-GB"/>
          </a:p>
        </p:txBody>
      </p:sp>
      <p:sp>
        <p:nvSpPr>
          <p:cNvPr id="5" name="Footer Placeholder 4">
            <a:extLst>
              <a:ext uri="{FF2B5EF4-FFF2-40B4-BE49-F238E27FC236}">
                <a16:creationId xmlns:a16="http://schemas.microsoft.com/office/drawing/2014/main" id="{3C90F1EB-5D49-D75D-4105-D9338E94F695}"/>
              </a:ext>
            </a:extLst>
          </p:cNvPr>
          <p:cNvSpPr>
            <a:spLocks noGrp="1"/>
          </p:cNvSpPr>
          <p:nvPr>
            <p:ph type="ftr" sz="quarter" idx="11"/>
          </p:nvPr>
        </p:nvSpPr>
        <p:spPr/>
        <p:txBody>
          <a:bodyPr/>
          <a:lstStyle/>
          <a:p>
            <a:r>
              <a:rPr lang="en-US"/>
              <a:t>Prepared by Dr. Fawzi Albalooshi </a:t>
            </a:r>
            <a:endParaRPr lang="en-GB"/>
          </a:p>
        </p:txBody>
      </p:sp>
      <p:sp>
        <p:nvSpPr>
          <p:cNvPr id="6" name="Slide Number Placeholder 5">
            <a:extLst>
              <a:ext uri="{FF2B5EF4-FFF2-40B4-BE49-F238E27FC236}">
                <a16:creationId xmlns:a16="http://schemas.microsoft.com/office/drawing/2014/main" id="{25284F4B-1D30-A33D-95DC-7DB49E867B7F}"/>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4017224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5388-D077-E2B6-FAF2-89BB9C08E6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5F82E78-69B4-C053-1C97-0E0419A43B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C778A-CE1C-24C8-0E91-FA84133818FD}"/>
              </a:ext>
            </a:extLst>
          </p:cNvPr>
          <p:cNvSpPr>
            <a:spLocks noGrp="1"/>
          </p:cNvSpPr>
          <p:nvPr>
            <p:ph type="dt" sz="half" idx="10"/>
          </p:nvPr>
        </p:nvSpPr>
        <p:spPr/>
        <p:txBody>
          <a:bodyPr/>
          <a:lstStyle/>
          <a:p>
            <a:fld id="{870FBAA3-C5E9-415F-B192-44EC1995CC2D}" type="datetime1">
              <a:rPr lang="en-GB" smtClean="0"/>
              <a:t>23/09/2025</a:t>
            </a:fld>
            <a:endParaRPr lang="en-GB"/>
          </a:p>
        </p:txBody>
      </p:sp>
      <p:sp>
        <p:nvSpPr>
          <p:cNvPr id="5" name="Footer Placeholder 4">
            <a:extLst>
              <a:ext uri="{FF2B5EF4-FFF2-40B4-BE49-F238E27FC236}">
                <a16:creationId xmlns:a16="http://schemas.microsoft.com/office/drawing/2014/main" id="{DEA1F6FF-301B-44B5-ED14-18F8802500C7}"/>
              </a:ext>
            </a:extLst>
          </p:cNvPr>
          <p:cNvSpPr>
            <a:spLocks noGrp="1"/>
          </p:cNvSpPr>
          <p:nvPr>
            <p:ph type="ftr" sz="quarter" idx="11"/>
          </p:nvPr>
        </p:nvSpPr>
        <p:spPr/>
        <p:txBody>
          <a:bodyPr/>
          <a:lstStyle/>
          <a:p>
            <a:r>
              <a:rPr lang="en-US"/>
              <a:t>Prepared by Dr. Fawzi Albalooshi </a:t>
            </a:r>
            <a:endParaRPr lang="en-GB"/>
          </a:p>
        </p:txBody>
      </p:sp>
      <p:sp>
        <p:nvSpPr>
          <p:cNvPr id="6" name="Slide Number Placeholder 5">
            <a:extLst>
              <a:ext uri="{FF2B5EF4-FFF2-40B4-BE49-F238E27FC236}">
                <a16:creationId xmlns:a16="http://schemas.microsoft.com/office/drawing/2014/main" id="{7EABA1B1-5E36-C516-959A-9CA6AA4D4E98}"/>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101148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C2AA8-911E-FC4A-A1BB-EEF972981BE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99BB8B5-12FB-B52A-23B8-A381D98931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B0E8D02-4FCC-E949-47EB-AAF2B6F03E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9C0D5A-6E9C-9387-4303-FCD1A08BB999}"/>
              </a:ext>
            </a:extLst>
          </p:cNvPr>
          <p:cNvSpPr>
            <a:spLocks noGrp="1"/>
          </p:cNvSpPr>
          <p:nvPr>
            <p:ph type="dt" sz="half" idx="10"/>
          </p:nvPr>
        </p:nvSpPr>
        <p:spPr/>
        <p:txBody>
          <a:bodyPr/>
          <a:lstStyle/>
          <a:p>
            <a:fld id="{7AB3671B-449B-4B58-A0A1-A7FB4CBF79B9}" type="datetime1">
              <a:rPr lang="en-GB" smtClean="0"/>
              <a:t>23/09/2025</a:t>
            </a:fld>
            <a:endParaRPr lang="en-GB"/>
          </a:p>
        </p:txBody>
      </p:sp>
      <p:sp>
        <p:nvSpPr>
          <p:cNvPr id="6" name="Footer Placeholder 5">
            <a:extLst>
              <a:ext uri="{FF2B5EF4-FFF2-40B4-BE49-F238E27FC236}">
                <a16:creationId xmlns:a16="http://schemas.microsoft.com/office/drawing/2014/main" id="{3FE2824A-9AFB-AFBF-B688-2E35A5EF9836}"/>
              </a:ext>
            </a:extLst>
          </p:cNvPr>
          <p:cNvSpPr>
            <a:spLocks noGrp="1"/>
          </p:cNvSpPr>
          <p:nvPr>
            <p:ph type="ftr" sz="quarter" idx="11"/>
          </p:nvPr>
        </p:nvSpPr>
        <p:spPr/>
        <p:txBody>
          <a:bodyPr/>
          <a:lstStyle/>
          <a:p>
            <a:r>
              <a:rPr lang="en-US"/>
              <a:t>Prepared by Dr. Fawzi Albalooshi </a:t>
            </a:r>
            <a:endParaRPr lang="en-GB"/>
          </a:p>
        </p:txBody>
      </p:sp>
      <p:sp>
        <p:nvSpPr>
          <p:cNvPr id="7" name="Slide Number Placeholder 6">
            <a:extLst>
              <a:ext uri="{FF2B5EF4-FFF2-40B4-BE49-F238E27FC236}">
                <a16:creationId xmlns:a16="http://schemas.microsoft.com/office/drawing/2014/main" id="{F6E64AC6-DE26-791D-D9A6-819A6232C52F}"/>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178209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93587-4C4B-F9D5-FC00-A9FFCC60A69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F050F5-D652-28AB-0891-DE7785C9E4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CBBDA2-6FB1-6319-923D-433F76EE44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D384D03-954B-8719-2E79-25AE06468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EE7FA9-5874-537A-92C8-D512956016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A631DA3-38CA-C102-861D-445B7F3FC3BD}"/>
              </a:ext>
            </a:extLst>
          </p:cNvPr>
          <p:cNvSpPr>
            <a:spLocks noGrp="1"/>
          </p:cNvSpPr>
          <p:nvPr>
            <p:ph type="dt" sz="half" idx="10"/>
          </p:nvPr>
        </p:nvSpPr>
        <p:spPr/>
        <p:txBody>
          <a:bodyPr/>
          <a:lstStyle/>
          <a:p>
            <a:fld id="{F2FEC4A4-81A8-4660-9EFA-B228F493FB94}" type="datetime1">
              <a:rPr lang="en-GB" smtClean="0"/>
              <a:t>23/09/2025</a:t>
            </a:fld>
            <a:endParaRPr lang="en-GB"/>
          </a:p>
        </p:txBody>
      </p:sp>
      <p:sp>
        <p:nvSpPr>
          <p:cNvPr id="8" name="Footer Placeholder 7">
            <a:extLst>
              <a:ext uri="{FF2B5EF4-FFF2-40B4-BE49-F238E27FC236}">
                <a16:creationId xmlns:a16="http://schemas.microsoft.com/office/drawing/2014/main" id="{66889AE1-B4E3-4358-2A91-F070E06881C9}"/>
              </a:ext>
            </a:extLst>
          </p:cNvPr>
          <p:cNvSpPr>
            <a:spLocks noGrp="1"/>
          </p:cNvSpPr>
          <p:nvPr>
            <p:ph type="ftr" sz="quarter" idx="11"/>
          </p:nvPr>
        </p:nvSpPr>
        <p:spPr/>
        <p:txBody>
          <a:bodyPr/>
          <a:lstStyle/>
          <a:p>
            <a:r>
              <a:rPr lang="en-US"/>
              <a:t>Prepared by Dr. Fawzi Albalooshi </a:t>
            </a:r>
            <a:endParaRPr lang="en-GB"/>
          </a:p>
        </p:txBody>
      </p:sp>
      <p:sp>
        <p:nvSpPr>
          <p:cNvPr id="9" name="Slide Number Placeholder 8">
            <a:extLst>
              <a:ext uri="{FF2B5EF4-FFF2-40B4-BE49-F238E27FC236}">
                <a16:creationId xmlns:a16="http://schemas.microsoft.com/office/drawing/2014/main" id="{251B1ABA-552F-CE48-8ADD-FD03C9311293}"/>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328576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6A450-E728-109B-2CF2-34B9DBF7209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7146129-B3EE-5136-09ED-0EAF33AC52DC}"/>
              </a:ext>
            </a:extLst>
          </p:cNvPr>
          <p:cNvSpPr>
            <a:spLocks noGrp="1"/>
          </p:cNvSpPr>
          <p:nvPr>
            <p:ph type="dt" sz="half" idx="10"/>
          </p:nvPr>
        </p:nvSpPr>
        <p:spPr/>
        <p:txBody>
          <a:bodyPr/>
          <a:lstStyle/>
          <a:p>
            <a:fld id="{4A1AC76B-8D6C-4650-88EC-196C44F55B54}" type="datetime1">
              <a:rPr lang="en-GB" smtClean="0"/>
              <a:t>23/09/2025</a:t>
            </a:fld>
            <a:endParaRPr lang="en-GB"/>
          </a:p>
        </p:txBody>
      </p:sp>
      <p:sp>
        <p:nvSpPr>
          <p:cNvPr id="4" name="Footer Placeholder 3">
            <a:extLst>
              <a:ext uri="{FF2B5EF4-FFF2-40B4-BE49-F238E27FC236}">
                <a16:creationId xmlns:a16="http://schemas.microsoft.com/office/drawing/2014/main" id="{E01CF0C6-931B-E13D-AEBE-7D803C7D698D}"/>
              </a:ext>
            </a:extLst>
          </p:cNvPr>
          <p:cNvSpPr>
            <a:spLocks noGrp="1"/>
          </p:cNvSpPr>
          <p:nvPr>
            <p:ph type="ftr" sz="quarter" idx="11"/>
          </p:nvPr>
        </p:nvSpPr>
        <p:spPr/>
        <p:txBody>
          <a:bodyPr/>
          <a:lstStyle/>
          <a:p>
            <a:r>
              <a:rPr lang="en-US"/>
              <a:t>Prepared by Dr. Fawzi Albalooshi </a:t>
            </a:r>
            <a:endParaRPr lang="en-GB"/>
          </a:p>
        </p:txBody>
      </p:sp>
      <p:sp>
        <p:nvSpPr>
          <p:cNvPr id="5" name="Slide Number Placeholder 4">
            <a:extLst>
              <a:ext uri="{FF2B5EF4-FFF2-40B4-BE49-F238E27FC236}">
                <a16:creationId xmlns:a16="http://schemas.microsoft.com/office/drawing/2014/main" id="{BD8BAC5F-45C3-3E42-3E00-3825A1FFC2CC}"/>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033093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41074-DDE3-67A7-B45B-CBEF4652B32E}"/>
              </a:ext>
            </a:extLst>
          </p:cNvPr>
          <p:cNvSpPr>
            <a:spLocks noGrp="1"/>
          </p:cNvSpPr>
          <p:nvPr>
            <p:ph type="dt" sz="half" idx="10"/>
          </p:nvPr>
        </p:nvSpPr>
        <p:spPr/>
        <p:txBody>
          <a:bodyPr/>
          <a:lstStyle/>
          <a:p>
            <a:fld id="{5CCE75B2-5264-4D88-B337-3D7E8EBEEEE2}" type="datetime1">
              <a:rPr lang="en-GB" smtClean="0"/>
              <a:t>23/09/2025</a:t>
            </a:fld>
            <a:endParaRPr lang="en-GB"/>
          </a:p>
        </p:txBody>
      </p:sp>
      <p:sp>
        <p:nvSpPr>
          <p:cNvPr id="3" name="Footer Placeholder 2">
            <a:extLst>
              <a:ext uri="{FF2B5EF4-FFF2-40B4-BE49-F238E27FC236}">
                <a16:creationId xmlns:a16="http://schemas.microsoft.com/office/drawing/2014/main" id="{216FED97-B07E-9102-DA13-80CF425AD155}"/>
              </a:ext>
            </a:extLst>
          </p:cNvPr>
          <p:cNvSpPr>
            <a:spLocks noGrp="1"/>
          </p:cNvSpPr>
          <p:nvPr>
            <p:ph type="ftr" sz="quarter" idx="11"/>
          </p:nvPr>
        </p:nvSpPr>
        <p:spPr/>
        <p:txBody>
          <a:bodyPr/>
          <a:lstStyle/>
          <a:p>
            <a:r>
              <a:rPr lang="en-US"/>
              <a:t>Prepared by Dr. Fawzi Albalooshi </a:t>
            </a:r>
            <a:endParaRPr lang="en-GB"/>
          </a:p>
        </p:txBody>
      </p:sp>
      <p:sp>
        <p:nvSpPr>
          <p:cNvPr id="4" name="Slide Number Placeholder 3">
            <a:extLst>
              <a:ext uri="{FF2B5EF4-FFF2-40B4-BE49-F238E27FC236}">
                <a16:creationId xmlns:a16="http://schemas.microsoft.com/office/drawing/2014/main" id="{45B1FC9F-BF02-F461-EED1-4FF139138FBD}"/>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2271879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206F9-0DDC-7145-F27B-3B5149B895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ED7E01-0EA6-236B-B4FE-B53D95008B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B575BA1-CF20-2C98-0B73-86AADD974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A615-ED03-C613-208C-F4F1B87DAAC7}"/>
              </a:ext>
            </a:extLst>
          </p:cNvPr>
          <p:cNvSpPr>
            <a:spLocks noGrp="1"/>
          </p:cNvSpPr>
          <p:nvPr>
            <p:ph type="dt" sz="half" idx="10"/>
          </p:nvPr>
        </p:nvSpPr>
        <p:spPr/>
        <p:txBody>
          <a:bodyPr/>
          <a:lstStyle/>
          <a:p>
            <a:fld id="{BF55DA07-2ED8-47B3-A0FC-6DEC15C63D9C}" type="datetime1">
              <a:rPr lang="en-GB" smtClean="0"/>
              <a:t>23/09/2025</a:t>
            </a:fld>
            <a:endParaRPr lang="en-GB"/>
          </a:p>
        </p:txBody>
      </p:sp>
      <p:sp>
        <p:nvSpPr>
          <p:cNvPr id="6" name="Footer Placeholder 5">
            <a:extLst>
              <a:ext uri="{FF2B5EF4-FFF2-40B4-BE49-F238E27FC236}">
                <a16:creationId xmlns:a16="http://schemas.microsoft.com/office/drawing/2014/main" id="{9943B694-8CA2-D087-FAE9-6D3753CA3487}"/>
              </a:ext>
            </a:extLst>
          </p:cNvPr>
          <p:cNvSpPr>
            <a:spLocks noGrp="1"/>
          </p:cNvSpPr>
          <p:nvPr>
            <p:ph type="ftr" sz="quarter" idx="11"/>
          </p:nvPr>
        </p:nvSpPr>
        <p:spPr/>
        <p:txBody>
          <a:bodyPr/>
          <a:lstStyle/>
          <a:p>
            <a:r>
              <a:rPr lang="en-US"/>
              <a:t>Prepared by Dr. Fawzi Albalooshi </a:t>
            </a:r>
            <a:endParaRPr lang="en-GB"/>
          </a:p>
        </p:txBody>
      </p:sp>
      <p:sp>
        <p:nvSpPr>
          <p:cNvPr id="7" name="Slide Number Placeholder 6">
            <a:extLst>
              <a:ext uri="{FF2B5EF4-FFF2-40B4-BE49-F238E27FC236}">
                <a16:creationId xmlns:a16="http://schemas.microsoft.com/office/drawing/2014/main" id="{48A9C094-ADBE-9226-CB02-EE11E1603964}"/>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2703942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B854D-28B3-9536-0A1C-3783CA891F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587825A-52B2-2E8A-AF13-2ABDB18AE3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28A17D8-A048-C9C7-4C03-58B97B268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209768-3711-1C7D-9DB4-D6416208ABDA}"/>
              </a:ext>
            </a:extLst>
          </p:cNvPr>
          <p:cNvSpPr>
            <a:spLocks noGrp="1"/>
          </p:cNvSpPr>
          <p:nvPr>
            <p:ph type="dt" sz="half" idx="10"/>
          </p:nvPr>
        </p:nvSpPr>
        <p:spPr/>
        <p:txBody>
          <a:bodyPr/>
          <a:lstStyle/>
          <a:p>
            <a:fld id="{F8D374B6-9925-47D0-8FD1-15AA104356E9}" type="datetime1">
              <a:rPr lang="en-GB" smtClean="0"/>
              <a:t>23/09/2025</a:t>
            </a:fld>
            <a:endParaRPr lang="en-GB"/>
          </a:p>
        </p:txBody>
      </p:sp>
      <p:sp>
        <p:nvSpPr>
          <p:cNvPr id="6" name="Footer Placeholder 5">
            <a:extLst>
              <a:ext uri="{FF2B5EF4-FFF2-40B4-BE49-F238E27FC236}">
                <a16:creationId xmlns:a16="http://schemas.microsoft.com/office/drawing/2014/main" id="{3D3AF120-B933-5B4A-07EA-5C0B255639EE}"/>
              </a:ext>
            </a:extLst>
          </p:cNvPr>
          <p:cNvSpPr>
            <a:spLocks noGrp="1"/>
          </p:cNvSpPr>
          <p:nvPr>
            <p:ph type="ftr" sz="quarter" idx="11"/>
          </p:nvPr>
        </p:nvSpPr>
        <p:spPr/>
        <p:txBody>
          <a:bodyPr/>
          <a:lstStyle/>
          <a:p>
            <a:r>
              <a:rPr lang="en-US"/>
              <a:t>Prepared by Dr. Fawzi Albalooshi </a:t>
            </a:r>
            <a:endParaRPr lang="en-GB"/>
          </a:p>
        </p:txBody>
      </p:sp>
      <p:sp>
        <p:nvSpPr>
          <p:cNvPr id="7" name="Slide Number Placeholder 6">
            <a:extLst>
              <a:ext uri="{FF2B5EF4-FFF2-40B4-BE49-F238E27FC236}">
                <a16:creationId xmlns:a16="http://schemas.microsoft.com/office/drawing/2014/main" id="{DDDF9D23-0770-297B-617E-3202154ED14A}"/>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796920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F3EB-776A-0CF5-F541-AE557E4D8A6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E645F7-2948-36BD-3B73-D99152EFD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90DF7F-0F6A-9A04-378E-D9B71A2CF572}"/>
              </a:ext>
            </a:extLst>
          </p:cNvPr>
          <p:cNvSpPr>
            <a:spLocks noGrp="1"/>
          </p:cNvSpPr>
          <p:nvPr>
            <p:ph type="dt" sz="half" idx="10"/>
          </p:nvPr>
        </p:nvSpPr>
        <p:spPr/>
        <p:txBody>
          <a:bodyPr/>
          <a:lstStyle/>
          <a:p>
            <a:fld id="{1BE933A7-47A0-46A7-92C5-656D1126BEAC}" type="datetime1">
              <a:rPr lang="en-GB" smtClean="0"/>
              <a:t>23/09/2025</a:t>
            </a:fld>
            <a:endParaRPr lang="en-GB"/>
          </a:p>
        </p:txBody>
      </p:sp>
      <p:sp>
        <p:nvSpPr>
          <p:cNvPr id="5" name="Footer Placeholder 4">
            <a:extLst>
              <a:ext uri="{FF2B5EF4-FFF2-40B4-BE49-F238E27FC236}">
                <a16:creationId xmlns:a16="http://schemas.microsoft.com/office/drawing/2014/main" id="{BBBE378D-BFB6-6812-74E2-BEA72E2B5225}"/>
              </a:ext>
            </a:extLst>
          </p:cNvPr>
          <p:cNvSpPr>
            <a:spLocks noGrp="1"/>
          </p:cNvSpPr>
          <p:nvPr>
            <p:ph type="ftr" sz="quarter" idx="11"/>
          </p:nvPr>
        </p:nvSpPr>
        <p:spPr/>
        <p:txBody>
          <a:bodyPr/>
          <a:lstStyle/>
          <a:p>
            <a:r>
              <a:rPr lang="en-US"/>
              <a:t>Prepared by Dr. Fawzi Albalooshi </a:t>
            </a:r>
            <a:endParaRPr lang="en-GB"/>
          </a:p>
        </p:txBody>
      </p:sp>
      <p:sp>
        <p:nvSpPr>
          <p:cNvPr id="6" name="Slide Number Placeholder 5">
            <a:extLst>
              <a:ext uri="{FF2B5EF4-FFF2-40B4-BE49-F238E27FC236}">
                <a16:creationId xmlns:a16="http://schemas.microsoft.com/office/drawing/2014/main" id="{E4A63CF7-062E-9E1C-8A90-A7F3E9B36A76}"/>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4053090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38B0E7-27D7-C5F5-D90A-5B03DC77AD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137428-1AF9-7717-E991-A76438A41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E59D79-9186-0DC6-7619-C3694A991C24}"/>
              </a:ext>
            </a:extLst>
          </p:cNvPr>
          <p:cNvSpPr>
            <a:spLocks noGrp="1"/>
          </p:cNvSpPr>
          <p:nvPr>
            <p:ph type="dt" sz="half" idx="10"/>
          </p:nvPr>
        </p:nvSpPr>
        <p:spPr/>
        <p:txBody>
          <a:bodyPr/>
          <a:lstStyle/>
          <a:p>
            <a:fld id="{E0C3919B-45C5-42A2-BAD2-E9BDF355DA0F}" type="datetime1">
              <a:rPr lang="en-GB" smtClean="0"/>
              <a:t>23/09/2025</a:t>
            </a:fld>
            <a:endParaRPr lang="en-GB"/>
          </a:p>
        </p:txBody>
      </p:sp>
      <p:sp>
        <p:nvSpPr>
          <p:cNvPr id="5" name="Footer Placeholder 4">
            <a:extLst>
              <a:ext uri="{FF2B5EF4-FFF2-40B4-BE49-F238E27FC236}">
                <a16:creationId xmlns:a16="http://schemas.microsoft.com/office/drawing/2014/main" id="{47A2FC7F-8987-3438-40D8-87B1736F03EB}"/>
              </a:ext>
            </a:extLst>
          </p:cNvPr>
          <p:cNvSpPr>
            <a:spLocks noGrp="1"/>
          </p:cNvSpPr>
          <p:nvPr>
            <p:ph type="ftr" sz="quarter" idx="11"/>
          </p:nvPr>
        </p:nvSpPr>
        <p:spPr/>
        <p:txBody>
          <a:bodyPr/>
          <a:lstStyle/>
          <a:p>
            <a:r>
              <a:rPr lang="en-US"/>
              <a:t>Prepared by Dr. Fawzi Albalooshi </a:t>
            </a:r>
            <a:endParaRPr lang="en-GB"/>
          </a:p>
        </p:txBody>
      </p:sp>
      <p:sp>
        <p:nvSpPr>
          <p:cNvPr id="6" name="Slide Number Placeholder 5">
            <a:extLst>
              <a:ext uri="{FF2B5EF4-FFF2-40B4-BE49-F238E27FC236}">
                <a16:creationId xmlns:a16="http://schemas.microsoft.com/office/drawing/2014/main" id="{21CE6D24-3D29-7F83-532C-A39FE9E948B1}"/>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4196327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FD8FE9-32E7-8B31-8642-67ACA44075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E211DB-7F83-4F0B-90FE-F6D3BDE1CB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2F9ADC-A983-0FDE-1F9E-33CF2E33E6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2E5C4-FA2F-4895-AA59-84A0DF4D0990}" type="datetime1">
              <a:rPr lang="en-GB" smtClean="0"/>
              <a:t>23/09/2025</a:t>
            </a:fld>
            <a:endParaRPr lang="en-GB"/>
          </a:p>
        </p:txBody>
      </p:sp>
      <p:sp>
        <p:nvSpPr>
          <p:cNvPr id="5" name="Footer Placeholder 4">
            <a:extLst>
              <a:ext uri="{FF2B5EF4-FFF2-40B4-BE49-F238E27FC236}">
                <a16:creationId xmlns:a16="http://schemas.microsoft.com/office/drawing/2014/main" id="{A780A7CB-1AC6-8509-6F05-16DCF71EBA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Dr. Fawzi Albalooshi </a:t>
            </a:r>
            <a:endParaRPr lang="en-GB"/>
          </a:p>
        </p:txBody>
      </p:sp>
      <p:sp>
        <p:nvSpPr>
          <p:cNvPr id="6" name="Slide Number Placeholder 5">
            <a:extLst>
              <a:ext uri="{FF2B5EF4-FFF2-40B4-BE49-F238E27FC236}">
                <a16:creationId xmlns:a16="http://schemas.microsoft.com/office/drawing/2014/main" id="{A3DA06D3-326B-DBDA-5A34-2A0774416A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2B342-1B55-4BA0-B6EF-9526E27B354D}" type="slidenum">
              <a:rPr lang="en-GB" smtClean="0"/>
              <a:t>‹#›</a:t>
            </a:fld>
            <a:endParaRPr lang="en-GB"/>
          </a:p>
        </p:txBody>
      </p:sp>
    </p:spTree>
    <p:extLst>
      <p:ext uri="{BB962C8B-B14F-4D97-AF65-F5344CB8AC3E}">
        <p14:creationId xmlns:p14="http://schemas.microsoft.com/office/powerpoint/2010/main" val="1644486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scienceofbusiness.com/what-is-theory-of-constraints-toc/"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cienceofbusiness.com/what-is-theory-of-constraints-toc/"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scienceofbusiness.com/what-is-theory-of-constraints-toc/"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scienceofbusiness.com/what-is-theory-of-constraints-toc/"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kills/introduction-to-github" TargetMode="External"/><Relationship Id="rId2" Type="http://schemas.openxmlformats.org/officeDocument/2006/relationships/hyperlink" Target="https://skills.github.com/" TargetMode="External"/><Relationship Id="rId1" Type="http://schemas.openxmlformats.org/officeDocument/2006/relationships/slideLayout" Target="../slideLayouts/slideLayout2.xml"/><Relationship Id="rId5" Type="http://schemas.openxmlformats.org/officeDocument/2006/relationships/hyperlink" Target="https://git-scm.com/book/en/v2" TargetMode="External"/><Relationship Id="rId4" Type="http://schemas.openxmlformats.org/officeDocument/2006/relationships/hyperlink" Target="https://github.com/javedali99/git-tutor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7">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ront Cover">
            <a:extLst>
              <a:ext uri="{FF2B5EF4-FFF2-40B4-BE49-F238E27FC236}">
                <a16:creationId xmlns:a16="http://schemas.microsoft.com/office/drawing/2014/main" id="{FBF69E4E-AB9E-2CC4-47F7-C137B5166C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837038" y="965199"/>
            <a:ext cx="3224869" cy="4927602"/>
          </a:xfrm>
          <a:prstGeom prst="rect">
            <a:avLst/>
          </a:prstGeom>
          <a:noFill/>
        </p:spPr>
      </p:pic>
      <p:sp>
        <p:nvSpPr>
          <p:cNvPr id="24" name="Freeform: Shape 19">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descr="Title">
            <a:extLst>
              <a:ext uri="{FF2B5EF4-FFF2-40B4-BE49-F238E27FC236}">
                <a16:creationId xmlns:a16="http://schemas.microsoft.com/office/drawing/2014/main" id="{70D2748F-0211-B716-EA99-3969C856F2F9}"/>
              </a:ext>
            </a:extLst>
          </p:cNvPr>
          <p:cNvSpPr>
            <a:spLocks noGrp="1"/>
          </p:cNvSpPr>
          <p:nvPr>
            <p:ph type="ctrTitle"/>
          </p:nvPr>
        </p:nvSpPr>
        <p:spPr>
          <a:xfrm>
            <a:off x="5622061" y="762538"/>
            <a:ext cx="5649349" cy="3199862"/>
          </a:xfrm>
        </p:spPr>
        <p:txBody>
          <a:bodyPr anchor="b">
            <a:normAutofit/>
          </a:bodyPr>
          <a:lstStyle/>
          <a:p>
            <a:pPr algn="l">
              <a:spcAft>
                <a:spcPts val="800"/>
              </a:spcAft>
            </a:pPr>
            <a:r>
              <a:rPr lang="en-GB" sz="4000" dirty="0">
                <a:effectLst/>
                <a:latin typeface="Calibri" panose="020F0502020204030204" pitchFamily="34" charset="0"/>
                <a:ea typeface="Calibri" panose="020F0502020204030204" pitchFamily="34" charset="0"/>
                <a:cs typeface="Arial" panose="020B0604020202020204" pitchFamily="34" charset="0"/>
              </a:rPr>
              <a:t>The DevOps Handbook</a:t>
            </a:r>
            <a:br>
              <a:rPr lang="en-GB" sz="3100" dirty="0">
                <a:effectLst/>
                <a:latin typeface="Calibri" panose="020F0502020204030204" pitchFamily="34" charset="0"/>
                <a:ea typeface="Calibri" panose="020F0502020204030204" pitchFamily="34" charset="0"/>
                <a:cs typeface="Arial" panose="020B0604020202020204" pitchFamily="34" charset="0"/>
              </a:rPr>
            </a:br>
            <a:r>
              <a:rPr lang="en-GB" sz="3100" kern="100" dirty="0">
                <a:effectLst/>
                <a:latin typeface="Calibri" panose="020F0502020204030204" pitchFamily="34" charset="0"/>
                <a:ea typeface="Calibri" panose="020F0502020204030204" pitchFamily="34" charset="0"/>
                <a:cs typeface="Arial" panose="020B0604020202020204" pitchFamily="34" charset="0"/>
              </a:rPr>
              <a:t>HOW TO CREATE WORLD-CLASS AGILITY, RELIABLE, &amp; SECURITY IN TECHNOLOGY ORGANIZATIONS</a:t>
            </a:r>
            <a:br>
              <a:rPr lang="en-GB" sz="3100" kern="100" dirty="0">
                <a:effectLst/>
                <a:latin typeface="Calibri" panose="020F0502020204030204" pitchFamily="34" charset="0"/>
                <a:ea typeface="Calibri" panose="020F0502020204030204" pitchFamily="34" charset="0"/>
                <a:cs typeface="Arial" panose="020B0604020202020204" pitchFamily="34" charset="0"/>
              </a:rPr>
            </a:br>
            <a:r>
              <a:rPr lang="en-GB" sz="3100" kern="100" dirty="0">
                <a:effectLst/>
                <a:latin typeface="Calibri" panose="020F0502020204030204" pitchFamily="34" charset="0"/>
                <a:ea typeface="Calibri" panose="020F0502020204030204" pitchFamily="34" charset="0"/>
                <a:cs typeface="Arial" panose="020B0604020202020204" pitchFamily="34" charset="0"/>
              </a:rPr>
              <a:t>Gene Kim, Jez Humble, Patrick Debois, &amp; John Willis</a:t>
            </a:r>
            <a:br>
              <a:rPr lang="en-GB" sz="3100" kern="100" dirty="0">
                <a:solidFill>
                  <a:srgbClr val="FFFFFF"/>
                </a:solidFill>
                <a:effectLst/>
                <a:latin typeface="Calibri" panose="020F0502020204030204" pitchFamily="34" charset="0"/>
                <a:ea typeface="Calibri" panose="020F0502020204030204" pitchFamily="34" charset="0"/>
                <a:cs typeface="Arial" panose="020B0604020202020204" pitchFamily="34" charset="0"/>
              </a:rPr>
            </a:br>
            <a:endParaRPr lang="en-GB" sz="3100" dirty="0">
              <a:solidFill>
                <a:srgbClr val="FFFFFF"/>
              </a:solidFill>
            </a:endParaRPr>
          </a:p>
        </p:txBody>
      </p:sp>
      <p:sp>
        <p:nvSpPr>
          <p:cNvPr id="3" name="Subtitle 2" descr="Title">
            <a:extLst>
              <a:ext uri="{FF2B5EF4-FFF2-40B4-BE49-F238E27FC236}">
                <a16:creationId xmlns:a16="http://schemas.microsoft.com/office/drawing/2014/main" id="{484A1015-1F15-8EB0-88DE-050A973E6A07}"/>
              </a:ext>
            </a:extLst>
          </p:cNvPr>
          <p:cNvSpPr>
            <a:spLocks noGrp="1"/>
          </p:cNvSpPr>
          <p:nvPr>
            <p:ph type="subTitle" idx="1"/>
          </p:nvPr>
        </p:nvSpPr>
        <p:spPr>
          <a:xfrm>
            <a:off x="5622061" y="4376173"/>
            <a:ext cx="5848579" cy="1857884"/>
          </a:xfrm>
        </p:spPr>
        <p:txBody>
          <a:bodyPr anchor="t">
            <a:normAutofit/>
          </a:bodyPr>
          <a:lstStyle/>
          <a:p>
            <a:pPr algn="l">
              <a:spcAft>
                <a:spcPts val="800"/>
              </a:spcAft>
            </a:pPr>
            <a:r>
              <a:rPr lang="en-GB" kern="100" dirty="0">
                <a:effectLst/>
                <a:latin typeface="Calibri" panose="020F0502020204030204" pitchFamily="34" charset="0"/>
                <a:ea typeface="Calibri" panose="020F0502020204030204" pitchFamily="34" charset="0"/>
                <a:cs typeface="Arial" panose="020B0604020202020204" pitchFamily="34" charset="0"/>
              </a:rPr>
              <a:t>Part I – Three Ways</a:t>
            </a:r>
          </a:p>
          <a:p>
            <a:pPr algn="l">
              <a:spcAft>
                <a:spcPts val="800"/>
              </a:spcAft>
            </a:pPr>
            <a:r>
              <a:rPr lang="en-US" kern="100" dirty="0">
                <a:effectLst/>
                <a:latin typeface="Calibri" panose="020F0502020204030204" pitchFamily="34" charset="0"/>
                <a:ea typeface="Calibri" panose="020F0502020204030204" pitchFamily="34" charset="0"/>
                <a:cs typeface="Arial" panose="020B0604020202020204" pitchFamily="34" charset="0"/>
              </a:rPr>
              <a:t>02 The First Way: The Principles of Flow</a:t>
            </a:r>
          </a:p>
          <a:p>
            <a:pPr algn="l">
              <a:spcAft>
                <a:spcPts val="800"/>
              </a:spcAft>
            </a:pPr>
            <a:r>
              <a:rPr lang="en-GB" kern="100" dirty="0">
                <a:effectLst/>
                <a:latin typeface="Calibri" panose="020F0502020204030204" pitchFamily="34" charset="0"/>
                <a:ea typeface="Calibri" panose="020F0502020204030204" pitchFamily="34" charset="0"/>
                <a:cs typeface="Arial" panose="020B0604020202020204" pitchFamily="34" charset="0"/>
              </a:rPr>
              <a:t>Prepared by Dr. Fawzi Albalooshi</a:t>
            </a:r>
          </a:p>
          <a:p>
            <a:pPr algn="l">
              <a:spcAft>
                <a:spcPts val="800"/>
              </a:spcAft>
            </a:pPr>
            <a:endParaRPr lang="en-GB"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2"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234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AD58D6-CBEA-E5D2-D2D1-1CE1AA118126}"/>
              </a:ext>
            </a:extLst>
          </p:cNvPr>
          <p:cNvSpPr>
            <a:spLocks noGrp="1"/>
          </p:cNvSpPr>
          <p:nvPr>
            <p:ph type="title"/>
          </p:nvPr>
        </p:nvSpPr>
        <p:spPr>
          <a:xfrm>
            <a:off x="838200" y="365125"/>
            <a:ext cx="10515600" cy="1325563"/>
          </a:xfrm>
        </p:spPr>
        <p:txBody>
          <a:bodyPr>
            <a:normAutofit/>
          </a:bodyPr>
          <a:lstStyle/>
          <a:p>
            <a:r>
              <a:rPr lang="en-GB" sz="4800" dirty="0"/>
              <a:t>Introduction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CEBFACB-F44F-8D19-CBD8-18786C9D4A82}"/>
              </a:ext>
            </a:extLst>
          </p:cNvPr>
          <p:cNvSpPr>
            <a:spLocks noGrp="1"/>
          </p:cNvSpPr>
          <p:nvPr>
            <p:ph idx="1"/>
          </p:nvPr>
        </p:nvSpPr>
        <p:spPr>
          <a:xfrm>
            <a:off x="669036" y="1909064"/>
            <a:ext cx="10853928" cy="4251960"/>
          </a:xfrm>
        </p:spPr>
        <p:txBody>
          <a:bodyPr>
            <a:normAutofit fontScale="92500" lnSpcReduction="10000"/>
          </a:bodyPr>
          <a:lstStyle/>
          <a:p>
            <a:pPr indent="0" algn="just">
              <a:spcAft>
                <a:spcPts val="800"/>
              </a:spcAft>
              <a:buNone/>
            </a:pPr>
            <a:r>
              <a:rPr lang="en-US" sz="2400" kern="100" dirty="0">
                <a:effectLst/>
                <a:latin typeface="Calibri" panose="020F0502020204030204" pitchFamily="34" charset="0"/>
                <a:ea typeface="Calibri" panose="020F0502020204030204" pitchFamily="34" charset="0"/>
                <a:cs typeface="Arial" panose="020B0604020202020204" pitchFamily="34" charset="0"/>
              </a:rPr>
              <a:t>In the technology value stream, work typically flows from Development to Operations, the functional areas between our business and customers. The first way requires a fast and smooth flow of work from Development to Operations in order to deliver value to customers quickly. </a:t>
            </a:r>
          </a:p>
          <a:p>
            <a:pPr indent="0" algn="just">
              <a:spcAft>
                <a:spcPts val="800"/>
              </a:spcAft>
              <a:buNone/>
            </a:pPr>
            <a:r>
              <a:rPr lang="en-US" sz="2400" dirty="0"/>
              <a:t>We increase flow by making </a:t>
            </a:r>
            <a:r>
              <a:rPr lang="en-US" sz="2400" b="1" dirty="0"/>
              <a:t>work visible, reducing batch sizes, building quality</a:t>
            </a:r>
            <a:r>
              <a:rPr lang="en-US" sz="2400" dirty="0"/>
              <a:t>,</a:t>
            </a:r>
            <a:r>
              <a:rPr lang="en-US" sz="2400" b="1" dirty="0"/>
              <a:t> and</a:t>
            </a:r>
            <a:r>
              <a:rPr lang="en-US" sz="2400" dirty="0"/>
              <a:t> </a:t>
            </a:r>
            <a:r>
              <a:rPr lang="en-US" sz="2400" b="1" dirty="0"/>
              <a:t>preventing defects </a:t>
            </a:r>
            <a:r>
              <a:rPr lang="en-US" sz="2400" dirty="0"/>
              <a:t>from being passed to downstream work centers. </a:t>
            </a:r>
          </a:p>
          <a:p>
            <a:pPr indent="0" algn="just">
              <a:spcAft>
                <a:spcPts val="800"/>
              </a:spcAft>
              <a:buNone/>
            </a:pPr>
            <a:r>
              <a:rPr lang="en-US" sz="2400" dirty="0"/>
              <a:t>By speeding up the flow through the technology value stream, we reduce the lead time required to fulfill internal and external customer requests, further increasing the quality of our work while making us more responsive to customer and market needs and able to out-experiment the competition. </a:t>
            </a:r>
          </a:p>
          <a:p>
            <a:pPr indent="0" algn="just">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Our goal is to decrease the amount of time required for changes to be deployed into production and to increase the reliability and quality of those services. </a:t>
            </a:r>
          </a:p>
        </p:txBody>
      </p:sp>
      <p:sp>
        <p:nvSpPr>
          <p:cNvPr id="4" name="Footer Placeholder 3">
            <a:extLst>
              <a:ext uri="{FF2B5EF4-FFF2-40B4-BE49-F238E27FC236}">
                <a16:creationId xmlns:a16="http://schemas.microsoft.com/office/drawing/2014/main" id="{C9671A83-7133-4F28-D2C5-3B1F04412369}"/>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476875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a:bodyPr>
          <a:lstStyle/>
          <a:p>
            <a:r>
              <a:rPr lang="en-GB" sz="5400" dirty="0"/>
              <a:t>Make Our Work Visible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838200" y="1929384"/>
            <a:ext cx="10773792" cy="4251960"/>
          </a:xfrm>
        </p:spPr>
        <p:txBody>
          <a:bodyPr>
            <a:normAutofit/>
          </a:bodyPr>
          <a:lstStyle/>
          <a:p>
            <a:pPr marL="0" indent="0" algn="just">
              <a:buNone/>
            </a:pPr>
            <a:r>
              <a:rPr lang="en-US" sz="2200" kern="100" dirty="0">
                <a:effectLst/>
                <a:latin typeface="Calibri" panose="020F0502020204030204" pitchFamily="34" charset="0"/>
                <a:ea typeface="Calibri" panose="020F0502020204030204" pitchFamily="34" charset="0"/>
                <a:cs typeface="Arial" panose="020B0604020202020204" pitchFamily="34" charset="0"/>
              </a:rPr>
              <a:t>In the manufacturing value stream, work is visible, and the processes are physical unlike in the technology value stream we cannot easily see where flow is being impeded or when work is piling up in front of constrained work centers. </a:t>
            </a:r>
          </a:p>
          <a:p>
            <a:pPr marL="0" indent="0" algn="just">
              <a:buNone/>
            </a:pPr>
            <a:endParaRPr lang="en-US" sz="22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sz="2200" kern="100" dirty="0">
                <a:effectLst/>
                <a:latin typeface="Calibri" panose="020F0502020204030204" pitchFamily="34" charset="0"/>
                <a:ea typeface="Calibri" panose="020F0502020204030204" pitchFamily="34" charset="0"/>
                <a:cs typeface="Arial" panose="020B0604020202020204" pitchFamily="34" charset="0"/>
              </a:rPr>
              <a:t>Transferring work between work centers in manufacturing is usually highly visible and slow because inventory must be physically moved. </a:t>
            </a:r>
            <a:r>
              <a:rPr lang="en-US" sz="2200" dirty="0"/>
              <a:t>However, in technology work, the move can be done with a click of a button, such as by reassigning a work ticket to another team. </a:t>
            </a:r>
          </a:p>
          <a:p>
            <a:pPr marL="0" indent="0" algn="just">
              <a:buNone/>
            </a:pPr>
            <a:endParaRPr lang="en-US" sz="2200" dirty="0"/>
          </a:p>
          <a:p>
            <a:pPr marL="0" indent="0" algn="just">
              <a:buNone/>
            </a:pPr>
            <a:r>
              <a:rPr lang="en-US" sz="2200" dirty="0"/>
              <a:t>Because it is so easy to move, work can bounce between teams endlessly due to incomplete information, or work can be passed onto downstream work centers with problems that remain completely invisible until we are late delivering what we promised to the customer, or our application fails in the production environment. </a:t>
            </a:r>
            <a:endParaRPr lang="en-GB" sz="2200" dirty="0"/>
          </a:p>
        </p:txBody>
      </p:sp>
      <p:sp>
        <p:nvSpPr>
          <p:cNvPr id="4" name="Footer Placeholder 3">
            <a:extLst>
              <a:ext uri="{FF2B5EF4-FFF2-40B4-BE49-F238E27FC236}">
                <a16:creationId xmlns:a16="http://schemas.microsoft.com/office/drawing/2014/main" id="{899D10E8-AB39-D7EE-D965-CCFCBEBBF4BD}"/>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3725047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30936" y="639520"/>
            <a:ext cx="3429000" cy="1719072"/>
          </a:xfrm>
        </p:spPr>
        <p:txBody>
          <a:bodyPr anchor="b">
            <a:normAutofit/>
          </a:bodyPr>
          <a:lstStyle/>
          <a:p>
            <a:r>
              <a:rPr lang="en-GB" sz="5000"/>
              <a:t>Make Our Work Visible</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30936" y="2646908"/>
            <a:ext cx="3429000" cy="3211052"/>
          </a:xfrm>
        </p:spPr>
        <p:txBody>
          <a:bodyPr anchor="t">
            <a:normAutofit/>
          </a:bodyPr>
          <a:lstStyle/>
          <a:p>
            <a:pPr marL="0" indent="0" algn="just">
              <a:buNone/>
            </a:pPr>
            <a:r>
              <a:rPr lang="en-US" sz="2000" dirty="0"/>
              <a:t>To help us see where work is flowing well and where work is queued or stalled, we need to make our work as visible as possible. One of the best methods is using visual work boards, such as kanban boards or sprint planning boards, where work can be represented on physical or electronic cards.</a:t>
            </a:r>
          </a:p>
          <a:p>
            <a:pPr marL="0" indent="0" algn="just">
              <a:buNone/>
            </a:pPr>
            <a:endParaRPr lang="en-GB" sz="2000" dirty="0"/>
          </a:p>
        </p:txBody>
      </p:sp>
      <p:pic>
        <p:nvPicPr>
          <p:cNvPr id="5" name="Picture 4" descr="Figure showing the use of Kanban Board to visualize software production.&#10;">
            <a:extLst>
              <a:ext uri="{FF2B5EF4-FFF2-40B4-BE49-F238E27FC236}">
                <a16:creationId xmlns:a16="http://schemas.microsoft.com/office/drawing/2014/main" id="{F9C5283C-0D54-3B75-F7BC-038C0D11F7C7}"/>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4307840" y="520459"/>
            <a:ext cx="6883621" cy="5759763"/>
          </a:xfrm>
          <a:prstGeom prst="rect">
            <a:avLst/>
          </a:prstGeom>
        </p:spPr>
      </p:pic>
      <p:sp>
        <p:nvSpPr>
          <p:cNvPr id="4" name="Footer Placeholder 3">
            <a:extLst>
              <a:ext uri="{FF2B5EF4-FFF2-40B4-BE49-F238E27FC236}">
                <a16:creationId xmlns:a16="http://schemas.microsoft.com/office/drawing/2014/main" id="{45AA2E5E-9CF6-3462-1F19-02D659CF8508}"/>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581851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43278" y="292610"/>
            <a:ext cx="3429000" cy="1719072"/>
          </a:xfrm>
        </p:spPr>
        <p:txBody>
          <a:bodyPr anchor="b">
            <a:normAutofit/>
          </a:bodyPr>
          <a:lstStyle/>
          <a:p>
            <a:r>
              <a:rPr lang="en-GB" sz="5000" dirty="0"/>
              <a:t>Make Our Work Visible</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gure showing the use of Kanban Board to visualize software production&#10;">
            <a:extLst>
              <a:ext uri="{FF2B5EF4-FFF2-40B4-BE49-F238E27FC236}">
                <a16:creationId xmlns:a16="http://schemas.microsoft.com/office/drawing/2014/main" id="{F9C5283C-0D54-3B75-F7BC-038C0D11F7C7}"/>
              </a:ext>
            </a:extLst>
          </p:cNvPr>
          <p:cNvPicPr>
            <a:picLocks noChangeAspect="1"/>
          </p:cNvPicPr>
          <p:nvPr/>
        </p:nvPicPr>
        <p:blipFill>
          <a:blip r:embed="rId2"/>
          <a:stretch>
            <a:fillRect/>
          </a:stretch>
        </p:blipFill>
        <p:spPr>
          <a:xfrm>
            <a:off x="8609038" y="2722881"/>
            <a:ext cx="3440722" cy="2878971"/>
          </a:xfrm>
          <a:prstGeom prst="rect">
            <a:avLst/>
          </a:prstGeom>
        </p:spPr>
      </p:pic>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416560" y="2722881"/>
            <a:ext cx="8016240" cy="3998594"/>
          </a:xfrm>
        </p:spPr>
        <p:txBody>
          <a:bodyPr anchor="t">
            <a:normAutofit/>
          </a:bodyPr>
          <a:lstStyle/>
          <a:p>
            <a:pPr marL="0" indent="0" algn="just">
              <a:buNone/>
            </a:pPr>
            <a:r>
              <a:rPr lang="en-US" sz="2400" dirty="0"/>
              <a:t>Work originates on the left (often being pulled from a backlog), is pulled from work center to work center (represented in columns), and finishes the right side of the board, usually in a column labelled “done” or “in production.” Not only does our work become visible, but we can also manage our work so that it flows from left to right as quickly as possible. This also helps surface unnecessary handoffs in our work, which can introduce errors and additional delays. Furthermore, we can measure lead time from when a card is placed on the board to when it is moved into the “done” column.</a:t>
            </a:r>
            <a:endParaRPr lang="en-GB" sz="2400" dirty="0"/>
          </a:p>
        </p:txBody>
      </p:sp>
      <p:sp>
        <p:nvSpPr>
          <p:cNvPr id="4" name="Footer Placeholder 3">
            <a:extLst>
              <a:ext uri="{FF2B5EF4-FFF2-40B4-BE49-F238E27FC236}">
                <a16:creationId xmlns:a16="http://schemas.microsoft.com/office/drawing/2014/main" id="{AAEC2B26-BD13-6900-EE2B-5AAF0769E662}"/>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492554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30936" y="639520"/>
            <a:ext cx="3429000" cy="1719072"/>
          </a:xfrm>
        </p:spPr>
        <p:txBody>
          <a:bodyPr anchor="b">
            <a:normAutofit/>
          </a:bodyPr>
          <a:lstStyle/>
          <a:p>
            <a:r>
              <a:rPr lang="en-GB" sz="5000"/>
              <a:t>Make Our Work Visible</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30936" y="2706232"/>
            <a:ext cx="6684264" cy="3960761"/>
          </a:xfrm>
        </p:spPr>
        <p:txBody>
          <a:bodyPr anchor="t">
            <a:normAutofit/>
          </a:bodyPr>
          <a:lstStyle/>
          <a:p>
            <a:pPr marL="0" indent="0" algn="just">
              <a:buNone/>
            </a:pPr>
            <a:r>
              <a:rPr lang="en-US" dirty="0"/>
              <a:t>Ideally, our kanban board will span the entire value stream, defining work as completed only when it reaches the right side of the board. Work is not done when Development completes the implementation of a feature. Rather, it is only done when our application is running successfully in production, delivering value to the customer.</a:t>
            </a:r>
            <a:endParaRPr lang="en-GB" dirty="0"/>
          </a:p>
        </p:txBody>
      </p:sp>
      <p:pic>
        <p:nvPicPr>
          <p:cNvPr id="4" name="Picture 3" descr="Figure showing the use of Kanban Board to visualize software production&#10;">
            <a:extLst>
              <a:ext uri="{FF2B5EF4-FFF2-40B4-BE49-F238E27FC236}">
                <a16:creationId xmlns:a16="http://schemas.microsoft.com/office/drawing/2014/main" id="{3D111B99-9ECD-11C0-EBC9-9F5E896B0612}"/>
              </a:ext>
            </a:extLst>
          </p:cNvPr>
          <p:cNvPicPr>
            <a:picLocks noChangeAspect="1"/>
          </p:cNvPicPr>
          <p:nvPr/>
        </p:nvPicPr>
        <p:blipFill>
          <a:blip r:embed="rId2"/>
          <a:stretch>
            <a:fillRect/>
          </a:stretch>
        </p:blipFill>
        <p:spPr>
          <a:xfrm>
            <a:off x="7404249" y="2358592"/>
            <a:ext cx="4384092" cy="3668321"/>
          </a:xfrm>
          <a:prstGeom prst="rect">
            <a:avLst/>
          </a:prstGeom>
        </p:spPr>
      </p:pic>
      <p:sp>
        <p:nvSpPr>
          <p:cNvPr id="5" name="Footer Placeholder 4">
            <a:extLst>
              <a:ext uri="{FF2B5EF4-FFF2-40B4-BE49-F238E27FC236}">
                <a16:creationId xmlns:a16="http://schemas.microsoft.com/office/drawing/2014/main" id="{ED6184C7-04F5-9E40-4378-76E204869DA9}"/>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404046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a:bodyPr>
          <a:lstStyle/>
          <a:p>
            <a:r>
              <a:rPr lang="en-US" sz="5400" dirty="0"/>
              <a:t>Limit Work in Process (WIP)</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576199" y="1828800"/>
            <a:ext cx="11039602" cy="4657979"/>
          </a:xfrm>
        </p:spPr>
        <p:txBody>
          <a:bodyPr>
            <a:normAutofit/>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Studies have shown that the time to complete even simple tasks, such as sorting geometric shapes, significantly degrades when </a:t>
            </a:r>
            <a:r>
              <a:rPr lang="en-US" b="1" kern="100" dirty="0">
                <a:effectLst/>
                <a:latin typeface="Calibri" panose="020F0502020204030204" pitchFamily="34" charset="0"/>
                <a:ea typeface="Calibri" panose="020F0502020204030204" pitchFamily="34" charset="0"/>
                <a:cs typeface="Arial" panose="020B0604020202020204" pitchFamily="34" charset="0"/>
              </a:rPr>
              <a:t>multitasking</a:t>
            </a:r>
            <a:r>
              <a:rPr lang="en-US" kern="100" dirty="0">
                <a:effectLst/>
                <a:latin typeface="Calibri" panose="020F0502020204030204" pitchFamily="34" charset="0"/>
                <a:ea typeface="Calibri" panose="020F0502020204030204" pitchFamily="34" charset="0"/>
                <a:cs typeface="Arial" panose="020B0604020202020204" pitchFamily="34" charset="0"/>
              </a:rPr>
              <a:t>. Of course, because our work in the technology value stream is far more cognitively complex than sorting geometric shapes, the effects of multitasking on process time are much worse. </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We can limit multitasking when we use the Kanban board to manage our work, such as by codifying and enforcing WIP (work in process) limits for each column or work center, which puts an upper limit on the number of cards that can be in a column. </a:t>
            </a:r>
          </a:p>
        </p:txBody>
      </p:sp>
      <p:sp>
        <p:nvSpPr>
          <p:cNvPr id="4" name="Footer Placeholder 3">
            <a:extLst>
              <a:ext uri="{FF2B5EF4-FFF2-40B4-BE49-F238E27FC236}">
                <a16:creationId xmlns:a16="http://schemas.microsoft.com/office/drawing/2014/main" id="{3279273A-B77C-7AFD-C423-7EEB785F186E}"/>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620423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69036" y="381541"/>
            <a:ext cx="10515600" cy="1325563"/>
          </a:xfrm>
        </p:spPr>
        <p:txBody>
          <a:bodyPr>
            <a:normAutofit/>
          </a:bodyPr>
          <a:lstStyle/>
          <a:p>
            <a:r>
              <a:rPr lang="en-US" sz="5400" dirty="0"/>
              <a:t>Reduce Batch Sizes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524325" y="1780256"/>
            <a:ext cx="11143350" cy="4875333"/>
          </a:xfrm>
        </p:spPr>
        <p:txBody>
          <a:bodyPr>
            <a:normAutofit fontScale="92500"/>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Another key component to creating smooth and fast flow is performing work in small batch sizes. </a:t>
            </a: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Suppose we have ten brochures to send, and mailing each brochure requires four steps: (1) fold the paper, (2) insert the paper into the envelope, (3) seal the envelope, and (4) stamp the envelope.</a:t>
            </a:r>
          </a:p>
          <a:p>
            <a:pPr marL="0" indent="0" algn="just">
              <a:buNone/>
            </a:pPr>
            <a:r>
              <a:rPr lang="en-US" u="sng" kern="100" dirty="0">
                <a:effectLst/>
                <a:latin typeface="Calibri" panose="020F0502020204030204" pitchFamily="34" charset="0"/>
                <a:ea typeface="Calibri" panose="020F0502020204030204" pitchFamily="34" charset="0"/>
                <a:cs typeface="Arial" panose="020B0604020202020204" pitchFamily="34" charset="0"/>
              </a:rPr>
              <a:t>The large batch strategy </a:t>
            </a:r>
            <a:r>
              <a:rPr lang="en-US" kern="100" dirty="0">
                <a:effectLst/>
                <a:latin typeface="Calibri" panose="020F0502020204030204" pitchFamily="34" charset="0"/>
                <a:ea typeface="Calibri" panose="020F0502020204030204" pitchFamily="34" charset="0"/>
                <a:cs typeface="Arial" panose="020B0604020202020204" pitchFamily="34" charset="0"/>
              </a:rPr>
              <a:t>would be to sequentially perform one operation on each of the ten brochures. In other words, we would first fold all ten sheets of paper, then insert each of them into envelopes, then seal all ten envelopes, and then stamp them. </a:t>
            </a:r>
            <a:endParaRPr lang="ar-JO"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On the other hand, </a:t>
            </a:r>
            <a:r>
              <a:rPr lang="en-US" u="sng" kern="100" dirty="0">
                <a:effectLst/>
                <a:latin typeface="Calibri" panose="020F0502020204030204" pitchFamily="34" charset="0"/>
                <a:ea typeface="Calibri" panose="020F0502020204030204" pitchFamily="34" charset="0"/>
                <a:cs typeface="Arial" panose="020B0604020202020204" pitchFamily="34" charset="0"/>
              </a:rPr>
              <a:t>in the small batch strategy</a:t>
            </a:r>
            <a:r>
              <a:rPr lang="en-US" kern="100" dirty="0">
                <a:effectLst/>
                <a:latin typeface="Calibri" panose="020F0502020204030204" pitchFamily="34" charset="0"/>
                <a:ea typeface="Calibri" panose="020F0502020204030204" pitchFamily="34" charset="0"/>
                <a:cs typeface="Arial" panose="020B0604020202020204" pitchFamily="34" charset="0"/>
              </a:rPr>
              <a:t>, all the steps required to complete each brochure are performed sequentially before starting on the next brochure. The simulation of the Envelope Game is shown in the figure below.</a:t>
            </a:r>
          </a:p>
        </p:txBody>
      </p:sp>
      <p:sp>
        <p:nvSpPr>
          <p:cNvPr id="4" name="Footer Placeholder 3">
            <a:extLst>
              <a:ext uri="{FF2B5EF4-FFF2-40B4-BE49-F238E27FC236}">
                <a16:creationId xmlns:a16="http://schemas.microsoft.com/office/drawing/2014/main" id="{29135C86-7B3A-5D32-4C50-3C4C55A795ED}"/>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61177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43278" y="227294"/>
            <a:ext cx="5686402" cy="778546"/>
          </a:xfrm>
        </p:spPr>
        <p:txBody>
          <a:bodyPr anchor="b">
            <a:normAutofit/>
          </a:bodyPr>
          <a:lstStyle/>
          <a:p>
            <a:r>
              <a:rPr lang="en-GB" sz="5000" dirty="0"/>
              <a:t>Reduce Batch Sizes</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8132064" y="896917"/>
            <a:ext cx="3973004" cy="5492496"/>
          </a:xfrm>
        </p:spPr>
        <p:txBody>
          <a:bodyPr anchor="t">
            <a:normAutofit/>
          </a:bodyPr>
          <a:lstStyle/>
          <a:p>
            <a:pPr marL="0" indent="0" algn="just">
              <a:buNone/>
            </a:pPr>
            <a:r>
              <a:rPr lang="en-US" sz="2400" kern="100" dirty="0">
                <a:effectLst/>
                <a:latin typeface="Calibri" panose="020F0502020204030204" pitchFamily="34" charset="0"/>
                <a:ea typeface="Calibri" panose="020F0502020204030204" pitchFamily="34" charset="0"/>
                <a:cs typeface="Arial" panose="020B0604020202020204" pitchFamily="34" charset="0"/>
              </a:rPr>
              <a:t>The negative outcomes associated with large batch sizes can be experienced when we have an annual schedule for software releases, where an entire year’s worth of code that Development has worked on is released to production deployment. Such a large batch will cause sudden, high levels of WIP and massive disruptions to all downstream work centers, resulting in poor flow and poor-quality outcomes</a:t>
            </a:r>
            <a:r>
              <a:rPr lang="en-US" sz="2000" kern="100" dirty="0">
                <a:effectLst/>
                <a:latin typeface="Calibri" panose="020F0502020204030204" pitchFamily="34" charset="0"/>
                <a:ea typeface="Calibri" panose="020F0502020204030204" pitchFamily="34" charset="0"/>
                <a:cs typeface="Arial" panose="020B0604020202020204" pitchFamily="34" charset="0"/>
              </a:rPr>
              <a:t>.</a:t>
            </a:r>
          </a:p>
          <a:p>
            <a:pPr marL="0" indent="0" algn="just">
              <a:buNone/>
            </a:pPr>
            <a:endParaRPr lang="en-GB" sz="2000" dirty="0"/>
          </a:p>
        </p:txBody>
      </p:sp>
      <p:pic>
        <p:nvPicPr>
          <p:cNvPr id="4" name="Picture 3" descr="Large Batches vs Single-Piece Processing. ">
            <a:extLst>
              <a:ext uri="{FF2B5EF4-FFF2-40B4-BE49-F238E27FC236}">
                <a16:creationId xmlns:a16="http://schemas.microsoft.com/office/drawing/2014/main" id="{32306334-105D-B669-3DD7-75FFF4FECF66}"/>
              </a:ext>
            </a:extLst>
          </p:cNvPr>
          <p:cNvPicPr>
            <a:picLocks noChangeAspect="1"/>
          </p:cNvPicPr>
          <p:nvPr/>
        </p:nvPicPr>
        <p:blipFill>
          <a:blip r:embed="rId3"/>
          <a:stretch>
            <a:fillRect/>
          </a:stretch>
        </p:blipFill>
        <p:spPr>
          <a:xfrm>
            <a:off x="389858" y="1422401"/>
            <a:ext cx="7655274" cy="4226559"/>
          </a:xfrm>
          <a:prstGeom prst="rect">
            <a:avLst/>
          </a:prstGeom>
        </p:spPr>
      </p:pic>
      <p:sp>
        <p:nvSpPr>
          <p:cNvPr id="5" name="Footer Placeholder 4">
            <a:extLst>
              <a:ext uri="{FF2B5EF4-FFF2-40B4-BE49-F238E27FC236}">
                <a16:creationId xmlns:a16="http://schemas.microsoft.com/office/drawing/2014/main" id="{8A1C62F8-F371-5299-63D5-8DA995901619}"/>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756097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69036" y="360954"/>
            <a:ext cx="10515600" cy="1325563"/>
          </a:xfrm>
        </p:spPr>
        <p:txBody>
          <a:bodyPr>
            <a:normAutofit/>
          </a:bodyPr>
          <a:lstStyle/>
          <a:p>
            <a:r>
              <a:rPr lang="en-US" sz="5400" dirty="0"/>
              <a:t>Reduce the Number of Handoffs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7512" y="2143760"/>
            <a:ext cx="10945368" cy="3742944"/>
          </a:xfrm>
        </p:spPr>
        <p:txBody>
          <a:bodyPr>
            <a:normAutofit/>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In the technology value stream, whenever we have long deployment lead times measured in months, it is often because there are hundreds (</a:t>
            </a:r>
            <a:r>
              <a:rPr lang="en-US" sz="2400" kern="100" dirty="0">
                <a:effectLst/>
                <a:latin typeface="Calibri" panose="020F0502020204030204" pitchFamily="34" charset="0"/>
                <a:ea typeface="Calibri" panose="020F0502020204030204" pitchFamily="34" charset="0"/>
                <a:cs typeface="Arial" panose="020B0604020202020204" pitchFamily="34" charset="0"/>
              </a:rPr>
              <a:t>or even thousands</a:t>
            </a:r>
            <a:r>
              <a:rPr lang="en-US" kern="100" dirty="0">
                <a:effectLst/>
                <a:latin typeface="Calibri" panose="020F0502020204030204" pitchFamily="34" charset="0"/>
                <a:ea typeface="Calibri" panose="020F0502020204030204" pitchFamily="34" charset="0"/>
                <a:cs typeface="Arial" panose="020B0604020202020204" pitchFamily="34" charset="0"/>
              </a:rPr>
              <a:t>) of operations required to move our code from version control into the production environment. Transmitting code through the value stream requires multiple departments to work on a variety of tasks, including functional testing, integration testing, environment creation, server administration, storage administration, networking, load balancing, and information security.</a:t>
            </a:r>
          </a:p>
        </p:txBody>
      </p:sp>
      <p:sp>
        <p:nvSpPr>
          <p:cNvPr id="4" name="Footer Placeholder 3">
            <a:extLst>
              <a:ext uri="{FF2B5EF4-FFF2-40B4-BE49-F238E27FC236}">
                <a16:creationId xmlns:a16="http://schemas.microsoft.com/office/drawing/2014/main" id="{63E81BD2-8455-A584-A73E-8145D56236DD}"/>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80627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69036" y="377020"/>
            <a:ext cx="10515600" cy="1325563"/>
          </a:xfrm>
        </p:spPr>
        <p:txBody>
          <a:bodyPr>
            <a:normAutofit/>
          </a:bodyPr>
          <a:lstStyle/>
          <a:p>
            <a:r>
              <a:rPr lang="en-US" sz="5400" dirty="0"/>
              <a:t>Reduce the Number of Handoffs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993393"/>
            <a:ext cx="10684764" cy="4487587"/>
          </a:xfrm>
        </p:spPr>
        <p:txBody>
          <a:bodyPr>
            <a:normAutofit/>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Each time the work passes from team to team, we require all sorts of communication: requesting, specifying, signaling, coordinating, and often prioritizing, scheduling, deconflicting, testing, and verifying. This may require using different ticketing or project management systems; writing technical specification documents; communicating via meetings, emails, or phone calls; and using file system shares, FTP servers, and Wiki pages.</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Each of these steps is a potential queue where work will wait when we rely on resources that are shared between different value streams.</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54470FB0-C66D-6734-9E94-804E8159B982}"/>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005180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69035" y="381541"/>
            <a:ext cx="10515600" cy="1325563"/>
          </a:xfrm>
        </p:spPr>
        <p:txBody>
          <a:bodyPr>
            <a:normAutofit/>
          </a:bodyPr>
          <a:lstStyle/>
          <a:p>
            <a:r>
              <a:rPr lang="en-US" sz="5400" dirty="0"/>
              <a:t>Reduce the Number of Handoffs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589281" y="1914145"/>
            <a:ext cx="11085648" cy="4649215"/>
          </a:xfrm>
        </p:spPr>
        <p:txBody>
          <a:bodyPr>
            <a:normAutofit lnSpcReduction="10000"/>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The lead time between these requests is often so long that there is constant escalation to have work performed within needed timelines. </a:t>
            </a:r>
          </a:p>
          <a:p>
            <a:pPr marL="0" indent="0" algn="just">
              <a:buNone/>
            </a:pPr>
            <a:endParaRPr lang="en-US" kern="100" dirty="0">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Even under the best circumstances, some knowledge is lost between the handoffs, the work can completely lose the context of the problem being solved or the organizational goal being supported.</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To mitigate these types of problems, we strive to reduce the number of handoffs, either by automating significant portions of the work, or by building platforms and reorganizing teams so they can do self-service builds, testing, and deployments.</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4F0F7105-618A-3F7C-58FD-CD9941CF6BCC}"/>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219860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Continually Identify and Elevate Our Constraints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591529" y="1848104"/>
            <a:ext cx="11100599" cy="4563491"/>
          </a:xfrm>
        </p:spPr>
        <p:txBody>
          <a:bodyPr>
            <a:normAutofit/>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To reduce lead times and increase throughput, we need to continually identify our system’s constraints and improve its work capacity. As a solution </a:t>
            </a:r>
            <a:r>
              <a:rPr lang="en-US" kern="100" dirty="0">
                <a:latin typeface="Calibri" panose="020F0502020204030204" pitchFamily="34" charset="0"/>
                <a:ea typeface="Calibri" panose="020F0502020204030204" pitchFamily="34" charset="0"/>
                <a:cs typeface="Arial" panose="020B0604020202020204" pitchFamily="34" charset="0"/>
              </a:rPr>
              <a:t>we use </a:t>
            </a:r>
            <a:r>
              <a:rPr lang="en-US" u="sng" dirty="0">
                <a:hlinkClick r:id="rId2"/>
              </a:rPr>
              <a:t>Goldratt’s Theory of Constraint </a:t>
            </a:r>
            <a:r>
              <a:rPr lang="en-US" dirty="0"/>
              <a:t>and its five focusing steps</a:t>
            </a:r>
            <a:r>
              <a:rPr lang="en-US"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lvl="1" algn="just"/>
            <a:r>
              <a:rPr lang="en-US" sz="2800" kern="100" dirty="0">
                <a:effectLst/>
                <a:latin typeface="Calibri" panose="020F0502020204030204" pitchFamily="34" charset="0"/>
                <a:ea typeface="Calibri" panose="020F0502020204030204" pitchFamily="34" charset="0"/>
                <a:cs typeface="Arial" panose="020B0604020202020204" pitchFamily="34" charset="0"/>
              </a:rPr>
              <a:t>Identify the system’s constraint.</a:t>
            </a:r>
          </a:p>
          <a:p>
            <a:pPr lvl="1" algn="just"/>
            <a:r>
              <a:rPr lang="en-US" sz="2800" kern="100" dirty="0">
                <a:effectLst/>
                <a:latin typeface="Calibri" panose="020F0502020204030204" pitchFamily="34" charset="0"/>
                <a:ea typeface="Calibri" panose="020F0502020204030204" pitchFamily="34" charset="0"/>
                <a:cs typeface="Arial" panose="020B0604020202020204" pitchFamily="34" charset="0"/>
              </a:rPr>
              <a:t>Decide how to exploit the system’s constraint.</a:t>
            </a:r>
          </a:p>
          <a:p>
            <a:pPr lvl="1" algn="just"/>
            <a:r>
              <a:rPr lang="en-US" sz="2800" kern="100" dirty="0">
                <a:effectLst/>
                <a:latin typeface="Calibri" panose="020F0502020204030204" pitchFamily="34" charset="0"/>
                <a:ea typeface="Calibri" panose="020F0502020204030204" pitchFamily="34" charset="0"/>
                <a:cs typeface="Arial" panose="020B0604020202020204" pitchFamily="34" charset="0"/>
              </a:rPr>
              <a:t>Subordinate everything else to the above decisions.</a:t>
            </a:r>
          </a:p>
          <a:p>
            <a:pPr lvl="1" algn="just"/>
            <a:r>
              <a:rPr lang="en-US" sz="2800" kern="100" dirty="0">
                <a:effectLst/>
                <a:latin typeface="Calibri" panose="020F0502020204030204" pitchFamily="34" charset="0"/>
                <a:ea typeface="Calibri" panose="020F0502020204030204" pitchFamily="34" charset="0"/>
                <a:cs typeface="Arial" panose="020B0604020202020204" pitchFamily="34" charset="0"/>
              </a:rPr>
              <a:t>Elevate the system’s constraint.</a:t>
            </a:r>
          </a:p>
          <a:p>
            <a:pPr lvl="1" algn="just"/>
            <a:r>
              <a:rPr lang="en-US" sz="2800" kern="100" dirty="0">
                <a:effectLst/>
                <a:latin typeface="Calibri" panose="020F0502020204030204" pitchFamily="34" charset="0"/>
                <a:ea typeface="Calibri" panose="020F0502020204030204" pitchFamily="34" charset="0"/>
                <a:cs typeface="Arial" panose="020B0604020202020204" pitchFamily="34" charset="0"/>
              </a:rPr>
              <a:t>If a constraint has been broken in the previous steps, go back to step one but do not allow inertia to cause a system constraint.</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884B9B6-F692-10BD-F809-57A3B2885407}"/>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786931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6CAB9C-1096-B9CC-5D96-C2C2F684C8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51D14E-7B83-B69A-4DC2-0FBC84726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C0C12C-523C-3D26-C6CF-EB77060D794C}"/>
              </a:ext>
            </a:extLst>
          </p:cNvPr>
          <p:cNvSpPr>
            <a:spLocks noGrp="1"/>
          </p:cNvSpPr>
          <p:nvPr>
            <p:ph type="title"/>
          </p:nvPr>
        </p:nvSpPr>
        <p:spPr>
          <a:xfrm>
            <a:off x="544175" y="365125"/>
            <a:ext cx="11005893" cy="1325563"/>
          </a:xfrm>
        </p:spPr>
        <p:txBody>
          <a:bodyPr>
            <a:normAutofit/>
          </a:bodyPr>
          <a:lstStyle/>
          <a:p>
            <a:r>
              <a:rPr lang="en-US" sz="4800" u="sng" dirty="0">
                <a:hlinkClick r:id="rId2"/>
              </a:rPr>
              <a:t>Goldratt’s Theory of Constraint</a:t>
            </a:r>
            <a:endParaRPr lang="en-GB" sz="7200" dirty="0"/>
          </a:p>
        </p:txBody>
      </p:sp>
      <p:sp>
        <p:nvSpPr>
          <p:cNvPr id="10" name="sketch line">
            <a:extLst>
              <a:ext uri="{FF2B5EF4-FFF2-40B4-BE49-F238E27FC236}">
                <a16:creationId xmlns:a16="http://schemas.microsoft.com/office/drawing/2014/main" id="{371731BD-A00C-FCEF-5289-0D0EE220F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2BD790B-2889-13A7-1F0B-4B75EE9C8B2D}"/>
              </a:ext>
            </a:extLst>
          </p:cNvPr>
          <p:cNvSpPr>
            <a:spLocks noGrp="1"/>
          </p:cNvSpPr>
          <p:nvPr>
            <p:ph idx="1"/>
          </p:nvPr>
        </p:nvSpPr>
        <p:spPr>
          <a:xfrm>
            <a:off x="544176" y="2055813"/>
            <a:ext cx="11100599" cy="4802187"/>
          </a:xfrm>
        </p:spPr>
        <p:txBody>
          <a:bodyPr>
            <a:normAutofit/>
          </a:bodyPr>
          <a:lstStyle/>
          <a:p>
            <a:pPr marL="0" indent="0" algn="just">
              <a:buNone/>
            </a:pPr>
            <a:endParaRPr lang="en-US" sz="2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324CAA40-AAA8-4887-EF89-F93519670AD4}"/>
              </a:ext>
            </a:extLst>
          </p:cNvPr>
          <p:cNvSpPr txBox="1"/>
          <p:nvPr/>
        </p:nvSpPr>
        <p:spPr>
          <a:xfrm>
            <a:off x="544175" y="1677374"/>
            <a:ext cx="10978790" cy="4154984"/>
          </a:xfrm>
          <a:prstGeom prst="rect">
            <a:avLst/>
          </a:prstGeom>
          <a:noFill/>
        </p:spPr>
        <p:txBody>
          <a:bodyPr wrap="square" rtlCol="0">
            <a:spAutoFit/>
          </a:bodyPr>
          <a:lstStyle/>
          <a:p>
            <a:pPr algn="just"/>
            <a:r>
              <a:rPr lang="en-US" sz="2400" kern="100" dirty="0">
                <a:effectLst/>
                <a:ea typeface="Calibri" panose="020F0502020204030204" pitchFamily="34" charset="0"/>
                <a:cs typeface="Arial" panose="020B0604020202020204" pitchFamily="34" charset="0"/>
              </a:rPr>
              <a:t>According to </a:t>
            </a:r>
            <a:r>
              <a:rPr lang="en-US" sz="2400" dirty="0"/>
              <a:t>Goldratt: </a:t>
            </a:r>
          </a:p>
          <a:p>
            <a:pPr algn="just"/>
            <a:endParaRPr lang="en-US" sz="2400" kern="100" dirty="0">
              <a:effectLst/>
              <a:ea typeface="Calibri" panose="020F0502020204030204" pitchFamily="34" charset="0"/>
              <a:cs typeface="Arial" panose="020B0604020202020204" pitchFamily="34" charset="0"/>
            </a:endParaRPr>
          </a:p>
          <a:p>
            <a:pPr algn="just"/>
            <a:r>
              <a:rPr lang="en-US" sz="2400" kern="100" dirty="0">
                <a:effectLst/>
                <a:ea typeface="Calibri" panose="020F0502020204030204" pitchFamily="34" charset="0"/>
                <a:cs typeface="Arial" panose="020B0604020202020204" pitchFamily="34" charset="0"/>
              </a:rPr>
              <a:t>1. Identify the system’s constraint: This is the first step in improving organizational performance. It is important to identify what is constraining the system so that it can be resolved. </a:t>
            </a:r>
            <a:r>
              <a:rPr lang="en-GB" sz="2400" kern="100" dirty="0">
                <a:effectLst/>
                <a:ea typeface="Calibri" panose="020F0502020204030204" pitchFamily="34" charset="0"/>
                <a:cs typeface="Arial" panose="020B0604020202020204" pitchFamily="34" charset="0"/>
              </a:rPr>
              <a:t>T</a:t>
            </a:r>
            <a:r>
              <a:rPr lang="en-GB" sz="2400" dirty="0"/>
              <a:t>he word </a:t>
            </a:r>
            <a:r>
              <a:rPr lang="en-GB" sz="2400" b="1" dirty="0"/>
              <a:t>constraint</a:t>
            </a:r>
            <a:r>
              <a:rPr lang="en-GB" sz="2400" dirty="0"/>
              <a:t> refers to the </a:t>
            </a:r>
            <a:r>
              <a:rPr lang="en-GB" sz="2400" b="1" dirty="0"/>
              <a:t>single most limiting factor</a:t>
            </a:r>
            <a:r>
              <a:rPr lang="en-GB" sz="2400" dirty="0"/>
              <a:t> that prevents the system from achieving higher performance or output.</a:t>
            </a:r>
          </a:p>
          <a:p>
            <a:pPr algn="just"/>
            <a:endParaRPr lang="en-US" sz="2400" kern="100" dirty="0">
              <a:ea typeface="Calibri" panose="020F0502020204030204" pitchFamily="34" charset="0"/>
              <a:cs typeface="Arial" panose="020B0604020202020204" pitchFamily="34" charset="0"/>
            </a:endParaRPr>
          </a:p>
          <a:p>
            <a:pPr algn="just"/>
            <a:r>
              <a:rPr lang="en-US" sz="2400" kern="100" dirty="0">
                <a:effectLst/>
                <a:ea typeface="Calibri" panose="020F0502020204030204" pitchFamily="34" charset="0"/>
                <a:cs typeface="Arial" panose="020B0604020202020204" pitchFamily="34" charset="0"/>
              </a:rPr>
              <a:t>2. Exploit the constraint: Once the constraint has been identified, it is important to exploit (</a:t>
            </a:r>
            <a:r>
              <a:rPr lang="en-GB" sz="2400" b="1" dirty="0"/>
              <a:t>strategically using the constraint to drive improvement</a:t>
            </a:r>
            <a:r>
              <a:rPr lang="en-US" sz="2400" kern="100" dirty="0">
                <a:effectLst/>
                <a:ea typeface="Calibri" panose="020F0502020204030204" pitchFamily="34" charset="0"/>
                <a:cs typeface="Arial" panose="020B0604020202020204" pitchFamily="34" charset="0"/>
              </a:rPr>
              <a:t>) it so that the system can perform at its best. This may involve making changes to the way the system is operated so that the output of the constraint is maximized.</a:t>
            </a:r>
          </a:p>
        </p:txBody>
      </p:sp>
      <p:sp>
        <p:nvSpPr>
          <p:cNvPr id="4" name="Footer Placeholder 3">
            <a:extLst>
              <a:ext uri="{FF2B5EF4-FFF2-40B4-BE49-F238E27FC236}">
                <a16:creationId xmlns:a16="http://schemas.microsoft.com/office/drawing/2014/main" id="{353F4C3A-81C7-F3A8-A4A8-0B2176A4A20F}"/>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683238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A85F3D-7857-B777-A6FC-A5BE6C3E704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5F2C446-3D79-ED48-6477-D748C3DE7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1C9545-3675-9FDF-98C9-37100E928761}"/>
              </a:ext>
            </a:extLst>
          </p:cNvPr>
          <p:cNvSpPr>
            <a:spLocks noGrp="1"/>
          </p:cNvSpPr>
          <p:nvPr>
            <p:ph type="title"/>
          </p:nvPr>
        </p:nvSpPr>
        <p:spPr>
          <a:xfrm>
            <a:off x="544175" y="365125"/>
            <a:ext cx="11005893" cy="1325563"/>
          </a:xfrm>
        </p:spPr>
        <p:txBody>
          <a:bodyPr>
            <a:normAutofit/>
          </a:bodyPr>
          <a:lstStyle/>
          <a:p>
            <a:r>
              <a:rPr lang="en-US" sz="4800" u="sng" dirty="0">
                <a:hlinkClick r:id="rId2"/>
              </a:rPr>
              <a:t>Goldratt’s Theory of Constraint</a:t>
            </a:r>
            <a:endParaRPr lang="en-GB" sz="7200" dirty="0"/>
          </a:p>
        </p:txBody>
      </p:sp>
      <p:sp>
        <p:nvSpPr>
          <p:cNvPr id="10" name="sketch line">
            <a:extLst>
              <a:ext uri="{FF2B5EF4-FFF2-40B4-BE49-F238E27FC236}">
                <a16:creationId xmlns:a16="http://schemas.microsoft.com/office/drawing/2014/main" id="{11DD79EC-8F2B-0E6B-4F40-DA90B1080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FE18862-7DA3-312C-89D7-C76EE5D69A71}"/>
              </a:ext>
            </a:extLst>
          </p:cNvPr>
          <p:cNvSpPr>
            <a:spLocks noGrp="1"/>
          </p:cNvSpPr>
          <p:nvPr>
            <p:ph idx="1"/>
          </p:nvPr>
        </p:nvSpPr>
        <p:spPr>
          <a:xfrm>
            <a:off x="544176" y="2055813"/>
            <a:ext cx="11100599" cy="4802187"/>
          </a:xfrm>
        </p:spPr>
        <p:txBody>
          <a:bodyPr>
            <a:normAutofit/>
          </a:bodyPr>
          <a:lstStyle/>
          <a:p>
            <a:pPr marL="0" indent="0" algn="just">
              <a:buNone/>
            </a:pPr>
            <a:endParaRPr lang="en-US" sz="2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05A266B6-0BE7-E4D9-5AB8-F851A51CF3CF}"/>
              </a:ext>
            </a:extLst>
          </p:cNvPr>
          <p:cNvSpPr txBox="1"/>
          <p:nvPr/>
        </p:nvSpPr>
        <p:spPr>
          <a:xfrm>
            <a:off x="544175" y="1677374"/>
            <a:ext cx="10978789" cy="4093428"/>
          </a:xfrm>
          <a:prstGeom prst="rect">
            <a:avLst/>
          </a:prstGeom>
          <a:noFill/>
        </p:spPr>
        <p:txBody>
          <a:bodyPr wrap="square" rtlCol="0">
            <a:spAutoFit/>
          </a:bodyPr>
          <a:lstStyle/>
          <a:p>
            <a:pPr algn="just"/>
            <a:endParaRPr lang="en-US" sz="2300" kern="100" dirty="0">
              <a:ea typeface="Calibri" panose="020F0502020204030204" pitchFamily="34" charset="0"/>
              <a:cs typeface="Arial" panose="020B0604020202020204" pitchFamily="34" charset="0"/>
            </a:endParaRPr>
          </a:p>
          <a:p>
            <a:pPr algn="just"/>
            <a:r>
              <a:rPr lang="en-US" sz="2400" kern="100" dirty="0">
                <a:ea typeface="Calibri" panose="020F0502020204030204" pitchFamily="34" charset="0"/>
                <a:cs typeface="Arial" panose="020B0604020202020204" pitchFamily="34" charset="0"/>
              </a:rPr>
              <a:t>3. Subordinate everything else to the constraint: Once the constraint has been exploited, it is important to subordinate everything else to it. This means that all other activities in the system must be aligned with the goal of resolving the constraint </a:t>
            </a:r>
            <a:r>
              <a:rPr lang="en-GB" sz="2400" dirty="0"/>
              <a:t>and not hinder the constraint.</a:t>
            </a:r>
          </a:p>
          <a:p>
            <a:pPr algn="just"/>
            <a:endParaRPr lang="en-GB" sz="2400" kern="100" dirty="0">
              <a:ea typeface="Calibri" panose="020F0502020204030204" pitchFamily="34" charset="0"/>
              <a:cs typeface="Arial" panose="020B0604020202020204" pitchFamily="34" charset="0"/>
            </a:endParaRPr>
          </a:p>
          <a:p>
            <a:pPr algn="just"/>
            <a:r>
              <a:rPr lang="en-US" sz="2400" dirty="0"/>
              <a:t>4. Elevate the constraint: This process involves finding ways to improve the performance of the constraint so that it can handle more work and become less of a limiting factor. This may involve making changes to the system so that the constraint is more efficient or investing in new resources to improve its performance.</a:t>
            </a:r>
          </a:p>
          <a:p>
            <a:pPr algn="just"/>
            <a:endParaRPr lang="en-US" sz="2300" kern="100" dirty="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11806D4-7EEE-6BC2-9E0E-1E596815E900}"/>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3044096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B8114-5059-4D12-9C13-3B34E5BE836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A16B5BC-91CB-67D1-6CA6-1D763C5D4F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4AE82-F8AB-07D3-BE24-DCDEEA0CD297}"/>
              </a:ext>
            </a:extLst>
          </p:cNvPr>
          <p:cNvSpPr>
            <a:spLocks noGrp="1"/>
          </p:cNvSpPr>
          <p:nvPr>
            <p:ph type="title"/>
          </p:nvPr>
        </p:nvSpPr>
        <p:spPr>
          <a:xfrm>
            <a:off x="686235" y="365125"/>
            <a:ext cx="11005893" cy="1325563"/>
          </a:xfrm>
        </p:spPr>
        <p:txBody>
          <a:bodyPr>
            <a:normAutofit/>
          </a:bodyPr>
          <a:lstStyle/>
          <a:p>
            <a:r>
              <a:rPr lang="en-US" sz="5400" u="sng" dirty="0">
                <a:hlinkClick r:id="rId2"/>
              </a:rPr>
              <a:t>Goldratt’s Theory of Constraint</a:t>
            </a:r>
            <a:endParaRPr lang="en-GB" sz="5400" dirty="0"/>
          </a:p>
        </p:txBody>
      </p:sp>
      <p:sp>
        <p:nvSpPr>
          <p:cNvPr id="10" name="sketch line">
            <a:extLst>
              <a:ext uri="{FF2B5EF4-FFF2-40B4-BE49-F238E27FC236}">
                <a16:creationId xmlns:a16="http://schemas.microsoft.com/office/drawing/2014/main" id="{EEA37B3F-BCD1-BEBC-0D31-CD1662586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6522F26-D9AC-53C1-C837-558122D3BFC3}"/>
              </a:ext>
            </a:extLst>
          </p:cNvPr>
          <p:cNvSpPr>
            <a:spLocks noGrp="1"/>
          </p:cNvSpPr>
          <p:nvPr>
            <p:ph idx="1"/>
          </p:nvPr>
        </p:nvSpPr>
        <p:spPr>
          <a:xfrm>
            <a:off x="544176" y="2055813"/>
            <a:ext cx="11100599" cy="4437061"/>
          </a:xfrm>
        </p:spPr>
        <p:txBody>
          <a:bodyPr>
            <a:normAutofit/>
          </a:bodyPr>
          <a:lstStyle/>
          <a:p>
            <a:pPr marL="0" indent="0" algn="just">
              <a:buNone/>
            </a:pPr>
            <a:endParaRPr lang="en-US" sz="2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D55BF4A7-80E8-94F3-7991-976C804FC4F3}"/>
              </a:ext>
            </a:extLst>
          </p:cNvPr>
          <p:cNvSpPr txBox="1"/>
          <p:nvPr/>
        </p:nvSpPr>
        <p:spPr>
          <a:xfrm>
            <a:off x="432816" y="1493520"/>
            <a:ext cx="11326368" cy="3970318"/>
          </a:xfrm>
          <a:prstGeom prst="rect">
            <a:avLst/>
          </a:prstGeom>
          <a:noFill/>
        </p:spPr>
        <p:txBody>
          <a:bodyPr wrap="square" rtlCol="0">
            <a:spAutoFit/>
          </a:bodyPr>
          <a:lstStyle/>
          <a:p>
            <a:pPr algn="just"/>
            <a:endParaRPr lang="en-US" kern="100" dirty="0">
              <a:latin typeface="Calibri" panose="020F0502020204030204" pitchFamily="34" charset="0"/>
              <a:ea typeface="Calibri" panose="020F0502020204030204" pitchFamily="34" charset="0"/>
              <a:cs typeface="Arial" panose="020B0604020202020204" pitchFamily="34" charset="0"/>
            </a:endParaRPr>
          </a:p>
          <a:p>
            <a:pPr algn="just"/>
            <a:endParaRPr lang="en-US" sz="2400" kern="100" dirty="0">
              <a:latin typeface="Calibri" panose="020F0502020204030204" pitchFamily="34" charset="0"/>
              <a:ea typeface="Calibri" panose="020F0502020204030204" pitchFamily="34" charset="0"/>
              <a:cs typeface="Arial" panose="020B0604020202020204" pitchFamily="34" charset="0"/>
            </a:endParaRPr>
          </a:p>
          <a:p>
            <a:pPr algn="just"/>
            <a:r>
              <a:rPr lang="en-US" sz="2400" kern="100" dirty="0">
                <a:latin typeface="Calibri" panose="020F0502020204030204" pitchFamily="34" charset="0"/>
                <a:ea typeface="Calibri" panose="020F0502020204030204" pitchFamily="34" charset="0"/>
                <a:cs typeface="Arial" panose="020B0604020202020204" pitchFamily="34" charset="0"/>
              </a:rPr>
              <a:t>5. If necessary, go back to step 1: Once the constraint has been exploited and elevated, it is possible that another part of the system will become the new limiting factor. In this case, it is necessary to go back to step 1 and start the process again. </a:t>
            </a:r>
          </a:p>
          <a:p>
            <a:pPr algn="just"/>
            <a:endParaRPr lang="en-US" sz="2400" kern="100" dirty="0">
              <a:latin typeface="Calibri" panose="020F0502020204030204" pitchFamily="34" charset="0"/>
              <a:ea typeface="Calibri" panose="020F0502020204030204" pitchFamily="34" charset="0"/>
              <a:cs typeface="Arial" panose="020B0604020202020204" pitchFamily="34" charset="0"/>
            </a:endParaRPr>
          </a:p>
          <a:p>
            <a:pPr algn="just"/>
            <a:r>
              <a:rPr lang="en-US" sz="2400" b="1" kern="100" dirty="0">
                <a:latin typeface="Calibri" panose="020F0502020204030204" pitchFamily="34" charset="0"/>
                <a:ea typeface="Calibri" panose="020F0502020204030204" pitchFamily="34" charset="0"/>
                <a:cs typeface="Arial" panose="020B0604020202020204" pitchFamily="34" charset="0"/>
              </a:rPr>
              <a:t>Stationary constraint</a:t>
            </a:r>
            <a:r>
              <a:rPr lang="en-US" sz="2400" kern="100" dirty="0">
                <a:latin typeface="Calibri" panose="020F0502020204030204" pitchFamily="34" charset="0"/>
                <a:ea typeface="Calibri" panose="020F0502020204030204" pitchFamily="34" charset="0"/>
                <a:cs typeface="Arial" panose="020B0604020202020204" pitchFamily="34" charset="0"/>
              </a:rPr>
              <a:t> such as deadlines must be leveraged to optimize your development process within the boundaries set by this fixed condition. For example, if you have a fixed deadline (time constraint), you might focus on prioritizing essential features and improving team efficiency to meet that deadline without compromising quality.</a:t>
            </a:r>
          </a:p>
          <a:p>
            <a:pPr algn="just"/>
            <a:endParaRPr lang="en-US" dirty="0"/>
          </a:p>
        </p:txBody>
      </p:sp>
      <p:sp>
        <p:nvSpPr>
          <p:cNvPr id="4" name="Footer Placeholder 3">
            <a:extLst>
              <a:ext uri="{FF2B5EF4-FFF2-40B4-BE49-F238E27FC236}">
                <a16:creationId xmlns:a16="http://schemas.microsoft.com/office/drawing/2014/main" id="{C88A7024-104C-D382-58DF-8EEDD68AFA13}"/>
              </a:ext>
            </a:extLst>
          </p:cNvPr>
          <p:cNvSpPr>
            <a:spLocks noGrp="1"/>
          </p:cNvSpPr>
          <p:nvPr>
            <p:ph type="ftr" sz="quarter" idx="11"/>
          </p:nvPr>
        </p:nvSpPr>
        <p:spPr>
          <a:xfrm>
            <a:off x="4037075" y="6487901"/>
            <a:ext cx="4114800" cy="365125"/>
          </a:xfrm>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808765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Continually Identify and Elevate Our Constraints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544176" y="3077464"/>
            <a:ext cx="11100599" cy="1519957"/>
          </a:xfrm>
        </p:spPr>
        <p:txBody>
          <a:bodyPr>
            <a:normAutofit/>
          </a:bodyPr>
          <a:lstStyle/>
          <a:p>
            <a:pPr marL="0" indent="0" algn="ctr">
              <a:buNone/>
            </a:pPr>
            <a:r>
              <a:rPr lang="en-US" sz="3600" kern="100" dirty="0">
                <a:latin typeface="Calibri" panose="020F0502020204030204" pitchFamily="34" charset="0"/>
                <a:ea typeface="Calibri" panose="020F0502020204030204" pitchFamily="34" charset="0"/>
                <a:cs typeface="Arial" panose="020B0604020202020204" pitchFamily="34" charset="0"/>
              </a:rPr>
              <a:t>CASE STUDY: </a:t>
            </a:r>
          </a:p>
          <a:p>
            <a:pPr marL="0" indent="0" algn="ctr">
              <a:buNone/>
            </a:pPr>
            <a:r>
              <a:rPr lang="en-US" sz="3600" b="0" i="0" u="none" strike="noStrike" baseline="0" dirty="0">
                <a:latin typeface="T3Font_82"/>
              </a:rPr>
              <a:t>Flow and Constraint Management in Healthcare (2021)</a:t>
            </a:r>
            <a:endParaRPr lang="en-US" sz="3600" dirty="0"/>
          </a:p>
          <a:p>
            <a:pPr marL="0" indent="0" algn="just">
              <a:buNone/>
            </a:pPr>
            <a:endParaRPr lang="en-US" sz="2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B650D8AB-7AE6-A0C1-1BAF-1696D833D7E1}"/>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646006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Continually Identify and Elevate Our Constraints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5" y="1929383"/>
            <a:ext cx="11005893" cy="4563491"/>
          </a:xfrm>
        </p:spPr>
        <p:txBody>
          <a:bodyPr>
            <a:normAutofit fontScale="92500" lnSpcReduction="20000"/>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In a DevOps transformation the constraint usually follows this progression:</a:t>
            </a:r>
          </a:p>
          <a:p>
            <a:pPr algn="just"/>
            <a:r>
              <a:rPr lang="en-US" b="1" kern="100" dirty="0">
                <a:effectLst/>
                <a:latin typeface="Calibri" panose="020F0502020204030204" pitchFamily="34" charset="0"/>
                <a:ea typeface="Calibri" panose="020F0502020204030204" pitchFamily="34" charset="0"/>
                <a:cs typeface="Arial" panose="020B0604020202020204" pitchFamily="34" charset="0"/>
              </a:rPr>
              <a:t>Environment creation</a:t>
            </a:r>
            <a:r>
              <a:rPr lang="en-US" kern="100" dirty="0">
                <a:effectLst/>
                <a:latin typeface="Calibri" panose="020F0502020204030204" pitchFamily="34" charset="0"/>
                <a:ea typeface="Calibri" panose="020F0502020204030204" pitchFamily="34" charset="0"/>
                <a:cs typeface="Arial" panose="020B0604020202020204" pitchFamily="34" charset="0"/>
              </a:rPr>
              <a:t>: Create environments that are on-demand and completely self-serviced, so that they are always available when we need them.</a:t>
            </a:r>
          </a:p>
          <a:p>
            <a:pPr algn="just"/>
            <a:r>
              <a:rPr lang="en-US" b="1" kern="100" dirty="0">
                <a:effectLst/>
                <a:latin typeface="Calibri" panose="020F0502020204030204" pitchFamily="34" charset="0"/>
                <a:ea typeface="Calibri" panose="020F0502020204030204" pitchFamily="34" charset="0"/>
                <a:cs typeface="Arial" panose="020B0604020202020204" pitchFamily="34" charset="0"/>
              </a:rPr>
              <a:t>Code deployment: </a:t>
            </a:r>
            <a:r>
              <a:rPr lang="en-US" kern="100" dirty="0">
                <a:effectLst/>
                <a:latin typeface="Calibri" panose="020F0502020204030204" pitchFamily="34" charset="0"/>
                <a:ea typeface="Calibri" panose="020F0502020204030204" pitchFamily="34" charset="0"/>
                <a:cs typeface="Arial" panose="020B0604020202020204" pitchFamily="34" charset="0"/>
              </a:rPr>
              <a:t>Automate deployments as much as possible, with the goal of being completely automated so deployments can be done self-service by any developer.</a:t>
            </a:r>
          </a:p>
          <a:p>
            <a:pPr algn="just"/>
            <a:r>
              <a:rPr lang="en-US" b="1" kern="100" dirty="0">
                <a:effectLst/>
                <a:latin typeface="Calibri" panose="020F0502020204030204" pitchFamily="34" charset="0"/>
                <a:ea typeface="Calibri" panose="020F0502020204030204" pitchFamily="34" charset="0"/>
                <a:cs typeface="Arial" panose="020B0604020202020204" pitchFamily="34" charset="0"/>
              </a:rPr>
              <a:t>Test setup and run</a:t>
            </a:r>
            <a:r>
              <a:rPr lang="en-US" u="sng" kern="100" dirty="0">
                <a:effectLst/>
                <a:latin typeface="Calibri" panose="020F0502020204030204" pitchFamily="34" charset="0"/>
                <a:ea typeface="Calibri" panose="020F0502020204030204" pitchFamily="34" charset="0"/>
                <a:cs typeface="Arial" panose="020B0604020202020204" pitchFamily="34" charset="0"/>
              </a:rPr>
              <a:t>:</a:t>
            </a:r>
            <a:r>
              <a:rPr lang="en-US" kern="100" dirty="0">
                <a:effectLst/>
                <a:latin typeface="Calibri" panose="020F0502020204030204" pitchFamily="34" charset="0"/>
                <a:ea typeface="Calibri" panose="020F0502020204030204" pitchFamily="34" charset="0"/>
                <a:cs typeface="Arial" panose="020B0604020202020204" pitchFamily="34" charset="0"/>
              </a:rPr>
              <a:t> </a:t>
            </a:r>
            <a:r>
              <a:rPr lang="en-US" kern="100" dirty="0">
                <a:latin typeface="Calibri" panose="020F0502020204030204" pitchFamily="34" charset="0"/>
                <a:ea typeface="Calibri" panose="020F0502020204030204" pitchFamily="34" charset="0"/>
                <a:cs typeface="Arial" panose="020B0604020202020204" pitchFamily="34" charset="0"/>
              </a:rPr>
              <a:t>Automate</a:t>
            </a:r>
            <a:r>
              <a:rPr lang="en-US" kern="100" dirty="0">
                <a:effectLst/>
                <a:latin typeface="Calibri" panose="020F0502020204030204" pitchFamily="34" charset="0"/>
                <a:ea typeface="Calibri" panose="020F0502020204030204" pitchFamily="34" charset="0"/>
                <a:cs typeface="Arial" panose="020B0604020202020204" pitchFamily="34" charset="0"/>
              </a:rPr>
              <a:t> our tests so we can execute deployments safely and parallelize them so the test rate can keep up with our code development rate.</a:t>
            </a:r>
          </a:p>
          <a:p>
            <a:pPr algn="just"/>
            <a:r>
              <a:rPr lang="en-US" b="1" kern="100" dirty="0">
                <a:effectLst/>
                <a:latin typeface="Calibri" panose="020F0502020204030204" pitchFamily="34" charset="0"/>
                <a:ea typeface="Calibri" panose="020F0502020204030204" pitchFamily="34" charset="0"/>
                <a:cs typeface="Arial" panose="020B0604020202020204" pitchFamily="34" charset="0"/>
              </a:rPr>
              <a:t>Overly tight architecture:</a:t>
            </a:r>
            <a:r>
              <a:rPr lang="en-US" b="1" kern="100" dirty="0">
                <a:latin typeface="Calibri" panose="020F0502020204030204" pitchFamily="34" charset="0"/>
                <a:ea typeface="Calibri" panose="020F0502020204030204" pitchFamily="34" charset="0"/>
                <a:cs typeface="Arial" panose="020B0604020202020204" pitchFamily="34" charset="0"/>
              </a:rPr>
              <a:t> </a:t>
            </a:r>
            <a:r>
              <a:rPr lang="en-US" kern="100" dirty="0">
                <a:latin typeface="Calibri" panose="020F0502020204030204" pitchFamily="34" charset="0"/>
                <a:ea typeface="Calibri" panose="020F0502020204030204" pitchFamily="34" charset="0"/>
                <a:cs typeface="Arial" panose="020B0604020202020204" pitchFamily="34" charset="0"/>
              </a:rPr>
              <a:t>Create</a:t>
            </a:r>
            <a:r>
              <a:rPr lang="en-US" kern="100" dirty="0">
                <a:effectLst/>
                <a:latin typeface="Calibri" panose="020F0502020204030204" pitchFamily="34" charset="0"/>
                <a:ea typeface="Calibri" panose="020F0502020204030204" pitchFamily="34" charset="0"/>
                <a:cs typeface="Arial" panose="020B0604020202020204" pitchFamily="34" charset="0"/>
              </a:rPr>
              <a:t> more loosely coupled architecture so that changes can be made safely and with more autonomy, increasing developer productivity.</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727B276F-39F3-7FEA-F008-89BC81E7432F}"/>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602183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Continually Identify and Elevate Our Constraints</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786396"/>
            <a:ext cx="11005893" cy="4946947"/>
          </a:xfrm>
        </p:spPr>
        <p:txBody>
          <a:bodyPr>
            <a:normAutofit lnSpcReduction="10000"/>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After all these constraints have been broken, our constraint will likely be Development or the product owners. </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Because our goal is to enable small teams of developers to independently develop, test, and deploy value to customers quickly and reliably, this is where we want our constraints to be. </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GB" kern="100" dirty="0">
                <a:latin typeface="Calibri" panose="020F0502020204030204" pitchFamily="34" charset="0"/>
                <a:ea typeface="Calibri" panose="020F0502020204030204" pitchFamily="34" charset="0"/>
                <a:cs typeface="Arial" panose="020B0604020202020204" pitchFamily="34" charset="0"/>
              </a:rPr>
              <a:t>E</a:t>
            </a:r>
            <a:r>
              <a:rPr lang="en-GB" kern="100" dirty="0">
                <a:effectLst/>
                <a:latin typeface="Calibri" panose="020F0502020204030204" pitchFamily="34" charset="0"/>
                <a:ea typeface="Calibri" panose="020F0502020204030204" pitchFamily="34" charset="0"/>
                <a:cs typeface="Arial" panose="020B0604020202020204" pitchFamily="34" charset="0"/>
              </a:rPr>
              <a:t>mpowering small teams to work independently and deliver value fast and reliably, this is where we want our constraints to be. We want the bottlenecks or limiting factors to exist in this part of the system—not elsewhere—so they can be managed and optimized directly where value is created.</a:t>
            </a:r>
          </a:p>
        </p:txBody>
      </p:sp>
      <p:sp>
        <p:nvSpPr>
          <p:cNvPr id="4" name="Footer Placeholder 3">
            <a:extLst>
              <a:ext uri="{FF2B5EF4-FFF2-40B4-BE49-F238E27FC236}">
                <a16:creationId xmlns:a16="http://schemas.microsoft.com/office/drawing/2014/main" id="{7D398061-5B3D-01F3-D442-CCD0CB29A731}"/>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560682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B2A109-E2F4-B662-9B71-F3C4D0EC27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9E24A2-B78D-41D4-C8B0-2C5EBB431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FE43FB-489A-81FC-D861-BD60F5EE9AB6}"/>
              </a:ext>
            </a:extLst>
          </p:cNvPr>
          <p:cNvSpPr>
            <a:spLocks noGrp="1"/>
          </p:cNvSpPr>
          <p:nvPr>
            <p:ph type="title"/>
          </p:nvPr>
        </p:nvSpPr>
        <p:spPr>
          <a:xfrm>
            <a:off x="686235" y="365125"/>
            <a:ext cx="11005893" cy="1325563"/>
          </a:xfrm>
        </p:spPr>
        <p:txBody>
          <a:bodyPr>
            <a:normAutofit fontScale="90000"/>
          </a:bodyPr>
          <a:lstStyle/>
          <a:p>
            <a:r>
              <a:rPr lang="en-US" sz="5400" dirty="0"/>
              <a:t>Continually Identify and Elevate Our Constraints</a:t>
            </a:r>
            <a:endParaRPr lang="en-GB" sz="5400" dirty="0"/>
          </a:p>
        </p:txBody>
      </p:sp>
      <p:sp>
        <p:nvSpPr>
          <p:cNvPr id="10" name="sketch line">
            <a:extLst>
              <a:ext uri="{FF2B5EF4-FFF2-40B4-BE49-F238E27FC236}">
                <a16:creationId xmlns:a16="http://schemas.microsoft.com/office/drawing/2014/main" id="{2863B7ED-ED7A-EE48-49DF-C002157A4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D1613FA-0885-5387-5712-4D2D49A242DE}"/>
              </a:ext>
            </a:extLst>
          </p:cNvPr>
          <p:cNvSpPr>
            <a:spLocks noGrp="1"/>
          </p:cNvSpPr>
          <p:nvPr>
            <p:ph idx="1"/>
          </p:nvPr>
        </p:nvSpPr>
        <p:spPr>
          <a:xfrm>
            <a:off x="669036" y="1977137"/>
            <a:ext cx="11005893" cy="3992739"/>
          </a:xfrm>
        </p:spPr>
        <p:txBody>
          <a:bodyPr>
            <a:normAutofit/>
          </a:bodyPr>
          <a:lstStyle/>
          <a:p>
            <a:pPr marL="0" indent="0" algn="just">
              <a:buNone/>
            </a:pPr>
            <a:r>
              <a:rPr lang="en-GB" kern="100" dirty="0">
                <a:latin typeface="Calibri" panose="020F0502020204030204" pitchFamily="34" charset="0"/>
                <a:ea typeface="Calibri" panose="020F0502020204030204" pitchFamily="34" charset="0"/>
                <a:cs typeface="Arial" panose="020B0604020202020204" pitchFamily="34" charset="0"/>
              </a:rPr>
              <a:t>In the Theory of Constraints, you don’t eliminate constraints entirely—you choose where they should be so you can control and improve them. By placing the constraint in the delivery pipeline of small teams, you're focusing your efforts on the most impactful part of the system.</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GB" kern="100" dirty="0">
                <a:effectLst/>
                <a:latin typeface="Calibri" panose="020F0502020204030204" pitchFamily="34" charset="0"/>
                <a:ea typeface="Calibri" panose="020F0502020204030204" pitchFamily="34" charset="0"/>
                <a:cs typeface="Arial" panose="020B0604020202020204" pitchFamily="34" charset="0"/>
              </a:rPr>
              <a:t>Top-performing teams consistently aim to maximize developer productivity—whether their role is in Development, QA, Operations, or Infosec—by focusing their efforts where they can best support fast, reliable delivery of customer value.</a:t>
            </a: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3FC7A1F4-9F99-7FF2-526A-CFC817CA1B28}"/>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175818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Eliminate the Hardships and Waste in the Value Stream</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86235" y="1792225"/>
            <a:ext cx="10988693" cy="4700649"/>
          </a:xfrm>
        </p:spPr>
        <p:txBody>
          <a:bodyPr>
            <a:normAutofit fontScale="92500" lnSpcReduction="20000"/>
          </a:bodyPr>
          <a:lstStyle/>
          <a:p>
            <a:pPr marL="0" indent="0" algn="just">
              <a:buNone/>
            </a:pPr>
            <a:r>
              <a:rPr lang="en-US" kern="100" dirty="0">
                <a:effectLst/>
                <a:latin typeface="Calibri" panose="020F0502020204030204" pitchFamily="34" charset="0"/>
                <a:ea typeface="Calibri" panose="020F0502020204030204" pitchFamily="34" charset="0"/>
                <a:cs typeface="Arial" panose="020B0604020202020204" pitchFamily="34" charset="0"/>
              </a:rPr>
              <a:t>To reduce hardship and drudgery in our daily work in order to achieve organizational goals the following nine categories of waste and hardship are identified to be eliminated:</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rtl="0">
              <a:lnSpc>
                <a:spcPct val="107000"/>
              </a:lnSpc>
              <a:spcBef>
                <a:spcPts val="0"/>
              </a:spcBef>
              <a:spcAft>
                <a:spcPts val="0"/>
              </a:spcAft>
              <a:buFont typeface="Symbol" panose="05050102010706020507" pitchFamily="18" charset="2"/>
              <a:buChar char=""/>
            </a:pPr>
            <a:r>
              <a:rPr lang="en-GB" sz="2400" b="1" kern="100" dirty="0">
                <a:effectLst/>
                <a:latin typeface="Calibri" panose="020F0502020204030204" pitchFamily="34" charset="0"/>
                <a:ea typeface="Calibri" panose="020F0502020204030204" pitchFamily="34" charset="0"/>
                <a:cs typeface="Arial" panose="020B0604020202020204" pitchFamily="34" charset="0"/>
              </a:rPr>
              <a:t>Partially done work</a:t>
            </a:r>
            <a:r>
              <a:rPr lang="en-GB" sz="2400" kern="100" dirty="0">
                <a:effectLst/>
                <a:latin typeface="Calibri" panose="020F0502020204030204" pitchFamily="34" charset="0"/>
                <a:ea typeface="Calibri" panose="020F0502020204030204" pitchFamily="34" charset="0"/>
                <a:cs typeface="Arial" panose="020B0604020202020204" pitchFamily="34" charset="0"/>
              </a:rPr>
              <a:t>: This includes any work in the value stream that has not been completed and work that is sitting in the queue.</a:t>
            </a:r>
          </a:p>
          <a:p>
            <a:pPr marL="342900" marR="0" lvl="0" indent="-342900" algn="just">
              <a:lnSpc>
                <a:spcPct val="107000"/>
              </a:lnSpc>
              <a:spcBef>
                <a:spcPts val="0"/>
              </a:spcBef>
              <a:spcAft>
                <a:spcPts val="0"/>
              </a:spcAft>
              <a:buFont typeface="Symbol" panose="05050102010706020507" pitchFamily="18" charset="2"/>
              <a:buChar char=""/>
            </a:pPr>
            <a:r>
              <a:rPr lang="en-GB" sz="2400" b="1" kern="100" dirty="0">
                <a:effectLst/>
                <a:latin typeface="Calibri" panose="020F0502020204030204" pitchFamily="34" charset="0"/>
                <a:ea typeface="Calibri" panose="020F0502020204030204" pitchFamily="34" charset="0"/>
                <a:cs typeface="Arial" panose="020B0604020202020204" pitchFamily="34" charset="0"/>
              </a:rPr>
              <a:t>Extra processes</a:t>
            </a:r>
            <a:r>
              <a:rPr lang="en-GB" sz="2400" kern="100" dirty="0">
                <a:effectLst/>
                <a:latin typeface="Calibri" panose="020F0502020204030204" pitchFamily="34" charset="0"/>
                <a:ea typeface="Calibri" panose="020F0502020204030204" pitchFamily="34" charset="0"/>
                <a:cs typeface="Arial" panose="020B0604020202020204" pitchFamily="34" charset="0"/>
              </a:rPr>
              <a:t>: Any additional work being performed in a process that does not add value to the customer.</a:t>
            </a:r>
          </a:p>
          <a:p>
            <a:pPr marL="342900" marR="0" lvl="0" indent="-342900" algn="just">
              <a:lnSpc>
                <a:spcPct val="107000"/>
              </a:lnSpc>
              <a:spcBef>
                <a:spcPts val="0"/>
              </a:spcBef>
              <a:spcAft>
                <a:spcPts val="0"/>
              </a:spcAft>
              <a:buFont typeface="Symbol" panose="05050102010706020507" pitchFamily="18" charset="2"/>
              <a:buChar char=""/>
            </a:pPr>
            <a:r>
              <a:rPr lang="en-US" sz="2400" b="1" kern="100" dirty="0">
                <a:effectLst/>
                <a:latin typeface="Calibri" panose="020F0502020204030204" pitchFamily="34" charset="0"/>
                <a:ea typeface="Calibri" panose="020F0502020204030204" pitchFamily="34" charset="0"/>
                <a:cs typeface="Arial" panose="020B0604020202020204" pitchFamily="34" charset="0"/>
              </a:rPr>
              <a:t>Extra features</a:t>
            </a:r>
            <a:r>
              <a:rPr lang="en-US" sz="2400" kern="100" dirty="0">
                <a:effectLst/>
                <a:latin typeface="Calibri" panose="020F0502020204030204" pitchFamily="34" charset="0"/>
                <a:ea typeface="Calibri" panose="020F0502020204030204" pitchFamily="34" charset="0"/>
                <a:cs typeface="Arial" panose="020B0604020202020204" pitchFamily="34" charset="0"/>
              </a:rPr>
              <a:t>: Features built into the service that is not needed by the organization or the customer (e.g., “gold plating”). Extra features add complexity and effort to testing and managing functionality.</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Font typeface="Symbol" panose="05050102010706020507" pitchFamily="18" charset="2"/>
              <a:buChar char=""/>
            </a:pPr>
            <a:r>
              <a:rPr lang="en-GB" sz="2400" b="1" kern="100" dirty="0">
                <a:effectLst/>
                <a:latin typeface="Calibri" panose="020F0502020204030204" pitchFamily="34" charset="0"/>
                <a:ea typeface="Calibri" panose="020F0502020204030204" pitchFamily="34" charset="0"/>
                <a:cs typeface="Arial" panose="020B0604020202020204" pitchFamily="34" charset="0"/>
              </a:rPr>
              <a:t>Task switching</a:t>
            </a:r>
            <a:r>
              <a:rPr lang="en-GB" sz="2400" kern="100" dirty="0">
                <a:effectLst/>
                <a:latin typeface="Calibri" panose="020F0502020204030204" pitchFamily="34" charset="0"/>
                <a:ea typeface="Calibri" panose="020F0502020204030204" pitchFamily="34" charset="0"/>
                <a:cs typeface="Arial" panose="020B0604020202020204" pitchFamily="34" charset="0"/>
              </a:rPr>
              <a:t>: When people are assigned to multiple projects and value streams, requiring them to context switch and manage dependencies between work, adding additional effort and time into the value stream.</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16260FA-5429-C58F-736F-829991E0C3A3}"/>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1332109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Eliminate the Hardships and Waste in the Value Stream</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5" y="1929383"/>
            <a:ext cx="11005893" cy="4563491"/>
          </a:xfrm>
        </p:spPr>
        <p:txBody>
          <a:bodyPr>
            <a:normAutofit lnSpcReduction="10000"/>
          </a:bodyPr>
          <a:lstStyle/>
          <a:p>
            <a:pPr marL="342900" marR="0" lvl="0" indent="-342900" algn="just" rtl="0">
              <a:lnSpc>
                <a:spcPct val="107000"/>
              </a:lnSpc>
              <a:spcBef>
                <a:spcPts val="0"/>
              </a:spcBef>
              <a:spcAft>
                <a:spcPts val="0"/>
              </a:spcAft>
              <a:buFont typeface="Symbol" panose="05050102010706020507" pitchFamily="18" charset="2"/>
              <a:buChar char=""/>
            </a:pPr>
            <a:r>
              <a:rPr lang="en-GB" sz="2600" b="1" kern="100" dirty="0">
                <a:effectLst/>
                <a:latin typeface="Calibri" panose="020F0502020204030204" pitchFamily="34" charset="0"/>
                <a:ea typeface="Calibri" panose="020F0502020204030204" pitchFamily="34" charset="0"/>
                <a:cs typeface="Arial" panose="020B0604020202020204" pitchFamily="34" charset="0"/>
              </a:rPr>
              <a:t>Waiting</a:t>
            </a:r>
            <a:r>
              <a:rPr lang="en-GB" sz="2600" kern="100" dirty="0">
                <a:effectLst/>
                <a:latin typeface="Calibri" panose="020F0502020204030204" pitchFamily="34" charset="0"/>
                <a:ea typeface="Calibri" panose="020F0502020204030204" pitchFamily="34" charset="0"/>
                <a:cs typeface="Arial" panose="020B0604020202020204" pitchFamily="34" charset="0"/>
              </a:rPr>
              <a:t>: Any delays between work requiring resources to wait until they can complete the current work. Delays increase cycle time and prevent the customer from getting value.</a:t>
            </a:r>
          </a:p>
          <a:p>
            <a:pPr marL="342900" marR="0" lvl="0" indent="-342900" algn="just">
              <a:lnSpc>
                <a:spcPct val="107000"/>
              </a:lnSpc>
              <a:spcBef>
                <a:spcPts val="0"/>
              </a:spcBef>
              <a:spcAft>
                <a:spcPts val="0"/>
              </a:spcAft>
              <a:buFont typeface="Symbol" panose="05050102010706020507" pitchFamily="18" charset="2"/>
              <a:buChar char=""/>
            </a:pPr>
            <a:r>
              <a:rPr lang="en-GB" sz="2600" b="1" kern="100" dirty="0">
                <a:effectLst/>
                <a:latin typeface="Calibri" panose="020F0502020204030204" pitchFamily="34" charset="0"/>
                <a:ea typeface="Calibri" panose="020F0502020204030204" pitchFamily="34" charset="0"/>
                <a:cs typeface="Arial" panose="020B0604020202020204" pitchFamily="34" charset="0"/>
              </a:rPr>
              <a:t>Motion:</a:t>
            </a:r>
            <a:r>
              <a:rPr lang="en-GB" sz="2600" kern="100" dirty="0">
                <a:effectLst/>
                <a:latin typeface="Calibri" panose="020F0502020204030204" pitchFamily="34" charset="0"/>
                <a:ea typeface="Calibri" panose="020F0502020204030204" pitchFamily="34" charset="0"/>
                <a:cs typeface="Arial" panose="020B0604020202020204" pitchFamily="34" charset="0"/>
              </a:rPr>
              <a:t> The amount of effort to move information or materials from one work center to another. Motion waste can be created when people who need to communicate frequently are not co-located. Handoffs also create motion waste and often require additional communication to resolve ambiguities.</a:t>
            </a:r>
          </a:p>
          <a:p>
            <a:pPr marL="342900" marR="0" lvl="0" indent="-342900" algn="just">
              <a:lnSpc>
                <a:spcPct val="107000"/>
              </a:lnSpc>
              <a:spcBef>
                <a:spcPts val="0"/>
              </a:spcBef>
              <a:spcAft>
                <a:spcPts val="0"/>
              </a:spcAft>
              <a:buFont typeface="Symbol" panose="05050102010706020507" pitchFamily="18" charset="2"/>
              <a:buChar char=""/>
            </a:pPr>
            <a:r>
              <a:rPr lang="en-GB" sz="2600" b="1" kern="100" dirty="0">
                <a:effectLst/>
                <a:latin typeface="Calibri" panose="020F0502020204030204" pitchFamily="34" charset="0"/>
                <a:ea typeface="Calibri" panose="020F0502020204030204" pitchFamily="34" charset="0"/>
                <a:cs typeface="Arial" panose="020B0604020202020204" pitchFamily="34" charset="0"/>
              </a:rPr>
              <a:t>Defects</a:t>
            </a:r>
            <a:r>
              <a:rPr lang="en-GB" sz="2600" kern="100" dirty="0">
                <a:effectLst/>
                <a:latin typeface="Calibri" panose="020F0502020204030204" pitchFamily="34" charset="0"/>
                <a:ea typeface="Calibri" panose="020F0502020204030204" pitchFamily="34" charset="0"/>
                <a:cs typeface="Arial" panose="020B0604020202020204" pitchFamily="34" charset="0"/>
              </a:rPr>
              <a:t>: Incorrect, missing, or unclear information, materials, or products create waste, as effort is needed to resolve these issues. The longer the time between defect creation and defect detection, the more difficult it is to resolve the defect.</a:t>
            </a:r>
          </a:p>
          <a:p>
            <a:pPr marL="0" indent="0" algn="just">
              <a:buNone/>
            </a:pP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66BCEE42-E649-D9FE-8467-86D565DDBAD9}"/>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133071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fontScale="90000"/>
          </a:bodyPr>
          <a:lstStyle/>
          <a:p>
            <a:r>
              <a:rPr lang="en-US" sz="5400" dirty="0"/>
              <a:t>Eliminate the Hardships and Waste in the Value Stream</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5" y="1929383"/>
            <a:ext cx="11005893" cy="4563491"/>
          </a:xfrm>
        </p:spPr>
        <p:txBody>
          <a:bodyPr>
            <a:normAutofit/>
          </a:bodyPr>
          <a:lstStyle/>
          <a:p>
            <a:pPr marL="342900" indent="-342900" algn="just">
              <a:lnSpc>
                <a:spcPct val="107000"/>
              </a:lnSpc>
              <a:spcBef>
                <a:spcPts val="0"/>
              </a:spcBef>
              <a:spcAft>
                <a:spcPts val="800"/>
              </a:spcAft>
              <a:buFont typeface="Symbol" panose="05050102010706020507" pitchFamily="18" charset="2"/>
              <a:buChar char=""/>
            </a:pPr>
            <a:r>
              <a:rPr lang="en-GB" sz="2400" b="1" kern="100" dirty="0">
                <a:effectLst/>
                <a:latin typeface="Calibri" panose="020F0502020204030204" pitchFamily="34" charset="0"/>
                <a:ea typeface="Calibri" panose="020F0502020204030204" pitchFamily="34" charset="0"/>
                <a:cs typeface="Arial" panose="020B0604020202020204" pitchFamily="34" charset="0"/>
              </a:rPr>
              <a:t>Nonstandard or manual work</a:t>
            </a:r>
            <a:r>
              <a:rPr lang="en-GB" sz="2400" kern="100" dirty="0">
                <a:effectLst/>
                <a:latin typeface="Calibri" panose="020F0502020204030204" pitchFamily="34" charset="0"/>
                <a:ea typeface="Calibri" panose="020F0502020204030204" pitchFamily="34" charset="0"/>
                <a:cs typeface="Arial" panose="020B0604020202020204" pitchFamily="34" charset="0"/>
              </a:rPr>
              <a:t>: Reliance on nonstandard or manual work from others, such as using non-rebuilding servers, test environments, and configurations. Ideally, any manual work that can be automated should be automated, self-service, and available on demand. However, some types of manual work will likely always be essential.</a:t>
            </a:r>
            <a:endParaRPr lang="en-GB" sz="2400" b="1" kern="100" dirty="0">
              <a:latin typeface="Calibri" panose="020F0502020204030204" pitchFamily="34" charset="0"/>
              <a:ea typeface="Calibri" panose="020F0502020204030204" pitchFamily="34" charset="0"/>
              <a:cs typeface="Arial" panose="020B0604020202020204" pitchFamily="34" charset="0"/>
            </a:endParaRPr>
          </a:p>
          <a:p>
            <a:pPr marL="342900" indent="-342900" algn="just">
              <a:lnSpc>
                <a:spcPct val="107000"/>
              </a:lnSpc>
              <a:spcBef>
                <a:spcPts val="0"/>
              </a:spcBef>
              <a:spcAft>
                <a:spcPts val="800"/>
              </a:spcAft>
              <a:buFont typeface="Symbol" panose="05050102010706020507" pitchFamily="18" charset="2"/>
              <a:buChar char=""/>
            </a:pPr>
            <a:r>
              <a:rPr lang="en-GB" sz="2400" b="1" kern="100" dirty="0">
                <a:latin typeface="Calibri" panose="020F0502020204030204" pitchFamily="34" charset="0"/>
                <a:ea typeface="Calibri" panose="020F0502020204030204" pitchFamily="34" charset="0"/>
                <a:cs typeface="Arial" panose="020B0604020202020204" pitchFamily="34" charset="0"/>
              </a:rPr>
              <a:t>Heroics: </a:t>
            </a:r>
            <a:r>
              <a:rPr lang="en-GB" sz="2400" kern="100" dirty="0">
                <a:latin typeface="Calibri" panose="020F0502020204030204" pitchFamily="34" charset="0"/>
                <a:ea typeface="Calibri" panose="020F0502020204030204" pitchFamily="34" charset="0"/>
                <a:cs typeface="Arial" panose="020B0604020202020204" pitchFamily="34" charset="0"/>
              </a:rPr>
              <a:t>For an organization to achieve goals, individuals and teams are put in a position where they must perform unreasonable acts, which may even become part of their daily work. </a:t>
            </a:r>
          </a:p>
          <a:p>
            <a:pPr marL="0" indent="0" algn="just">
              <a:buNone/>
            </a:pPr>
            <a:r>
              <a:rPr lang="en-US" sz="2400" kern="100" dirty="0">
                <a:effectLst/>
                <a:latin typeface="Calibri" panose="020F0502020204030204" pitchFamily="34" charset="0"/>
                <a:ea typeface="Calibri" panose="020F0502020204030204" pitchFamily="34" charset="0"/>
                <a:cs typeface="Arial" panose="020B0604020202020204" pitchFamily="34" charset="0"/>
              </a:rPr>
              <a:t>Our goal is to make these waste and hardships – anywhere heroics become necessary – visible, and to systematically do what is needed to alleviate or eliminate these burdens and hardships to achieve our goal of fast flow.</a:t>
            </a:r>
          </a:p>
        </p:txBody>
      </p:sp>
      <p:sp>
        <p:nvSpPr>
          <p:cNvPr id="4" name="Footer Placeholder 3">
            <a:extLst>
              <a:ext uri="{FF2B5EF4-FFF2-40B4-BE49-F238E27FC236}">
                <a16:creationId xmlns:a16="http://schemas.microsoft.com/office/drawing/2014/main" id="{40583673-1FCA-3C1E-3D5D-38495C89BAA8}"/>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509100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86235" y="365125"/>
            <a:ext cx="11005893" cy="1325563"/>
          </a:xfrm>
        </p:spPr>
        <p:txBody>
          <a:bodyPr>
            <a:normAutofit/>
          </a:bodyPr>
          <a:lstStyle/>
          <a:p>
            <a:r>
              <a:rPr lang="en-US" sz="5400" dirty="0"/>
              <a:t>Conclusion</a:t>
            </a: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5" y="1929383"/>
            <a:ext cx="11005893" cy="4563491"/>
          </a:xfrm>
        </p:spPr>
        <p:txBody>
          <a:bodyPr>
            <a:normAutofit/>
          </a:bodyPr>
          <a:lstStyle/>
          <a:p>
            <a:pPr marL="0" indent="0" algn="just">
              <a:lnSpc>
                <a:spcPct val="107000"/>
              </a:lnSpc>
              <a:spcBef>
                <a:spcPts val="0"/>
              </a:spcBef>
              <a:spcAft>
                <a:spcPts val="800"/>
              </a:spcAft>
              <a:buNone/>
            </a:pPr>
            <a:r>
              <a:rPr lang="en-US" kern="100" dirty="0">
                <a:effectLst/>
                <a:latin typeface="Calibri" panose="020F0502020204030204" pitchFamily="34" charset="0"/>
                <a:ea typeface="Calibri" panose="020F0502020204030204" pitchFamily="34" charset="0"/>
                <a:cs typeface="Arial" panose="020B0604020202020204" pitchFamily="34" charset="0"/>
              </a:rPr>
              <a:t>Improving </a:t>
            </a:r>
            <a:r>
              <a:rPr lang="en-US" kern="100" dirty="0">
                <a:latin typeface="Calibri" panose="020F0502020204030204" pitchFamily="34" charset="0"/>
                <a:ea typeface="Calibri" panose="020F0502020204030204" pitchFamily="34" charset="0"/>
                <a:cs typeface="Arial" panose="020B0604020202020204" pitchFamily="34" charset="0"/>
              </a:rPr>
              <a:t>fl</a:t>
            </a:r>
            <a:r>
              <a:rPr lang="en-US" kern="100" dirty="0">
                <a:effectLst/>
                <a:latin typeface="Calibri" panose="020F0502020204030204" pitchFamily="34" charset="0"/>
                <a:ea typeface="Calibri" panose="020F0502020204030204" pitchFamily="34" charset="0"/>
                <a:cs typeface="Arial" panose="020B0604020202020204" pitchFamily="34" charset="0"/>
              </a:rPr>
              <a:t>ow through the technology value stream is essential to achieving DevOps outcomes. We do this by making work visible, limiting WIP, reducing batch sizes and the number of handoffs, continually identifying and evaluating our constraints, and eliminating hardships in our daily work.</a:t>
            </a:r>
          </a:p>
        </p:txBody>
      </p:sp>
      <p:sp>
        <p:nvSpPr>
          <p:cNvPr id="4" name="Footer Placeholder 3">
            <a:extLst>
              <a:ext uri="{FF2B5EF4-FFF2-40B4-BE49-F238E27FC236}">
                <a16:creationId xmlns:a16="http://schemas.microsoft.com/office/drawing/2014/main" id="{E2D9EA31-D786-AD11-68F1-D3666D4E359C}"/>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739737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DBEAC8-7E2D-2F3C-2747-05B3E196FE90}"/>
              </a:ext>
            </a:extLst>
          </p:cNvPr>
          <p:cNvSpPr>
            <a:spLocks noGrp="1"/>
          </p:cNvSpPr>
          <p:nvPr>
            <p:ph type="title"/>
          </p:nvPr>
        </p:nvSpPr>
        <p:spPr>
          <a:xfrm>
            <a:off x="838200" y="365125"/>
            <a:ext cx="10515600" cy="1325563"/>
          </a:xfrm>
        </p:spPr>
        <p:txBody>
          <a:bodyPr>
            <a:normAutofit fontScale="90000"/>
          </a:bodyPr>
          <a:lstStyle/>
          <a:p>
            <a:r>
              <a:rPr lang="en-GB" sz="4800" b="1" dirty="0">
                <a:latin typeface="Calibri" panose="020F0502020204030204" pitchFamily="34" charset="0"/>
                <a:cs typeface="Arial" panose="020B0604020202020204" pitchFamily="34" charset="0"/>
              </a:rPr>
              <a:t>Tool Support - GitHub</a:t>
            </a:r>
            <a:br>
              <a:rPr lang="en-GB" sz="5400" kern="100" dirty="0">
                <a:effectLst/>
                <a:latin typeface="Calibri" panose="020F0502020204030204" pitchFamily="34" charset="0"/>
                <a:ea typeface="Calibri" panose="020F0502020204030204" pitchFamily="34" charset="0"/>
                <a:cs typeface="Arial" panose="020B0604020202020204" pitchFamily="34" charset="0"/>
              </a:rPr>
            </a:b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DA174F1-A5AC-95E1-0F93-0AFE6BD2424D}"/>
              </a:ext>
            </a:extLst>
          </p:cNvPr>
          <p:cNvSpPr>
            <a:spLocks noGrp="1"/>
          </p:cNvSpPr>
          <p:nvPr>
            <p:ph idx="1"/>
          </p:nvPr>
        </p:nvSpPr>
        <p:spPr>
          <a:xfrm>
            <a:off x="838200" y="1929384"/>
            <a:ext cx="10515600" cy="4251960"/>
          </a:xfrm>
        </p:spPr>
        <p:txBody>
          <a:bodyPr>
            <a:normAutofit/>
          </a:bodyPr>
          <a:lstStyle/>
          <a:p>
            <a:pPr marL="0" indent="0">
              <a:buNone/>
            </a:pPr>
            <a:r>
              <a:rPr lang="en-GB" sz="2000" dirty="0"/>
              <a:t>Introduction to GitHub Useful Links:</a:t>
            </a:r>
          </a:p>
          <a:p>
            <a:pPr marL="0" indent="0">
              <a:buNone/>
            </a:pPr>
            <a:endParaRPr lang="en-GB" sz="2000" dirty="0"/>
          </a:p>
          <a:p>
            <a:r>
              <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hlinkClick r:id="rId2">
                  <a:extLst>
                    <a:ext uri="{A12FA001-AC4F-418D-AE19-62706E023703}">
                      <ahyp:hlinkClr xmlns:ahyp="http://schemas.microsoft.com/office/drawing/2018/hyperlinkcolor" val="tx"/>
                    </a:ext>
                  </a:extLst>
                </a:hlinkClick>
              </a:rPr>
              <a:t>https://skills.github.com/</a:t>
            </a:r>
            <a:endPar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hlinkClick r:id="rId3">
                <a:extLst>
                  <a:ext uri="{A12FA001-AC4F-418D-AE19-62706E023703}">
                    <ahyp:hlinkClr xmlns:ahyp="http://schemas.microsoft.com/office/drawing/2018/hyperlinkcolor" val="tx"/>
                  </a:ext>
                </a:extLst>
              </a:hlinkClick>
            </a:endParaRPr>
          </a:p>
          <a:p>
            <a:r>
              <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hlinkClick r:id="rId3">
                  <a:extLst>
                    <a:ext uri="{A12FA001-AC4F-418D-AE19-62706E023703}">
                      <ahyp:hlinkClr xmlns:ahyp="http://schemas.microsoft.com/office/drawing/2018/hyperlinkcolor" val="tx"/>
                    </a:ext>
                  </a:extLst>
                </a:hlinkClick>
              </a:rPr>
              <a:t>https://github.com/skills/introduction-to-github</a:t>
            </a:r>
            <a:endPar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endParaRPr>
          </a:p>
          <a:p>
            <a:r>
              <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hlinkClick r:id="rId4">
                  <a:extLst>
                    <a:ext uri="{A12FA001-AC4F-418D-AE19-62706E023703}">
                      <ahyp:hlinkClr xmlns:ahyp="http://schemas.microsoft.com/office/drawing/2018/hyperlinkcolor" val="tx"/>
                    </a:ext>
                  </a:extLst>
                </a:hlinkClick>
              </a:rPr>
              <a:t>javedali99/git-tutorial: Hands-on Tutorial: Introduction to Git and GitHub</a:t>
            </a:r>
            <a:endPar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endParaRPr>
          </a:p>
          <a:p>
            <a:r>
              <a:rPr lang="en-GB"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hlinkClick r:id="rId5">
                  <a:extLst>
                    <a:ext uri="{A12FA001-AC4F-418D-AE19-62706E023703}">
                      <ahyp:hlinkClr xmlns:ahyp="http://schemas.microsoft.com/office/drawing/2018/hyperlinkcolor" val="tx"/>
                    </a:ext>
                  </a:extLst>
                </a:hlinkClick>
              </a:rPr>
              <a:t>Git - Book (git-scm.com)</a:t>
            </a:r>
            <a:endParaRPr lang="en-US" sz="1400" dirty="0">
              <a:solidFill>
                <a:srgbClr val="0070C0"/>
              </a:solidFill>
              <a:latin typeface="ADLaM Display" panose="020B0604020202020204" pitchFamily="2" charset="0"/>
              <a:ea typeface="ADLaM Display" panose="020B0604020202020204" pitchFamily="2" charset="0"/>
              <a:cs typeface="ADLaM Display" panose="020B0604020202020204" pitchFamily="2" charset="0"/>
            </a:endParaRPr>
          </a:p>
          <a:p>
            <a:pPr marL="0" indent="0">
              <a:buNone/>
            </a:pPr>
            <a:endParaRPr lang="en-GB" sz="2000" dirty="0"/>
          </a:p>
          <a:p>
            <a:pPr marL="0" indent="0">
              <a:buNone/>
            </a:pPr>
            <a:endParaRPr lang="en-GB" sz="2000" dirty="0"/>
          </a:p>
          <a:p>
            <a:pPr marL="0" indent="0">
              <a:buNone/>
            </a:pPr>
            <a:endParaRPr lang="en-GB" sz="2000" dirty="0"/>
          </a:p>
          <a:p>
            <a:pPr marL="0" indent="0">
              <a:buNone/>
            </a:pPr>
            <a:endParaRPr lang="en-GB" sz="2000" dirty="0"/>
          </a:p>
        </p:txBody>
      </p:sp>
      <p:sp>
        <p:nvSpPr>
          <p:cNvPr id="4" name="Footer Placeholder 3">
            <a:extLst>
              <a:ext uri="{FF2B5EF4-FFF2-40B4-BE49-F238E27FC236}">
                <a16:creationId xmlns:a16="http://schemas.microsoft.com/office/drawing/2014/main" id="{8B61525F-FC8F-1D5A-3369-02489059994C}"/>
              </a:ext>
            </a:extLst>
          </p:cNvPr>
          <p:cNvSpPr>
            <a:spLocks noGrp="1"/>
          </p:cNvSpPr>
          <p:nvPr>
            <p:ph type="ftr" sz="quarter" idx="11"/>
          </p:nvPr>
        </p:nvSpPr>
        <p:spPr/>
        <p:txBody>
          <a:bodyPr/>
          <a:lstStyle/>
          <a:p>
            <a:r>
              <a:rPr lang="en-US" dirty="0">
                <a:solidFill>
                  <a:schemeClr val="tx1"/>
                </a:solidFill>
              </a:rPr>
              <a:t>Prepared by Dr. Fawzi Albalooshi </a:t>
            </a:r>
            <a:endParaRPr lang="en-GB" dirty="0">
              <a:solidFill>
                <a:schemeClr val="tx1"/>
              </a:solidFill>
            </a:endParaRPr>
          </a:p>
        </p:txBody>
      </p:sp>
    </p:spTree>
    <p:extLst>
      <p:ext uri="{BB962C8B-B14F-4D97-AF65-F5344CB8AC3E}">
        <p14:creationId xmlns:p14="http://schemas.microsoft.com/office/powerpoint/2010/main" val="2481496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806</TotalTime>
  <Words>2763</Words>
  <Application>Microsoft Office PowerPoint</Application>
  <PresentationFormat>Widescreen</PresentationFormat>
  <Paragraphs>141</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ADLaM Display</vt:lpstr>
      <vt:lpstr>Aptos</vt:lpstr>
      <vt:lpstr>Arial</vt:lpstr>
      <vt:lpstr>Calibri</vt:lpstr>
      <vt:lpstr>Calibri Light</vt:lpstr>
      <vt:lpstr>Symbol</vt:lpstr>
      <vt:lpstr>T3Font_82</vt:lpstr>
      <vt:lpstr>Office Theme</vt:lpstr>
      <vt:lpstr>The DevOps Handbook HOW TO CREATE WORLD-CLASS AGILITY, RELIABLE, &amp; SECURITY IN TECHNOLOGY ORGANIZATIONS Gene Kim, Jez Humble, Patrick Debois, &amp; John Willis </vt:lpstr>
      <vt:lpstr>Introduction</vt:lpstr>
      <vt:lpstr>Make Our Work Visible</vt:lpstr>
      <vt:lpstr>Make Our Work Visible</vt:lpstr>
      <vt:lpstr>Make Our Work Visible</vt:lpstr>
      <vt:lpstr>Make Our Work Visible</vt:lpstr>
      <vt:lpstr>Limit Work in Process (WIP)</vt:lpstr>
      <vt:lpstr>Reduce Batch Sizes</vt:lpstr>
      <vt:lpstr>Reduce Batch Sizes</vt:lpstr>
      <vt:lpstr>Reduce the Number of Handoffs</vt:lpstr>
      <vt:lpstr>Reduce the Number of Handoffs</vt:lpstr>
      <vt:lpstr>Reduce the Number of Handoffs</vt:lpstr>
      <vt:lpstr>Continually Identify and Elevate Our Constraints</vt:lpstr>
      <vt:lpstr>Goldratt’s Theory of Constraint</vt:lpstr>
      <vt:lpstr>Goldratt’s Theory of Constraint</vt:lpstr>
      <vt:lpstr>Goldratt’s Theory of Constraint</vt:lpstr>
      <vt:lpstr>Continually Identify and Elevate Our Constraints</vt:lpstr>
      <vt:lpstr>Continually Identify and Elevate Our Constraints</vt:lpstr>
      <vt:lpstr>Continually Identify and Elevate Our Constraints</vt:lpstr>
      <vt:lpstr>Continually Identify and Elevate Our Constraints</vt:lpstr>
      <vt:lpstr>Eliminate the Hardships and Waste in the Value Stream</vt:lpstr>
      <vt:lpstr>Eliminate the Hardships and Waste in the Value Stream</vt:lpstr>
      <vt:lpstr>Eliminate the Hardships and Waste in the Value Stream</vt:lpstr>
      <vt:lpstr>Conclusion</vt:lpstr>
      <vt:lpstr>Tool Support - GitHub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DevOps Handbook HOW TO CREATE WORLD-CLASS AGILITY, RELIABLE, &amp; SECURITY IN TECHNOLOGY ORGANIZATIONS Gene Kim, Jez Humble, Patrick Debois, &amp; John Willis </dc:title>
  <dc:creator>Dr. FAWZI ABDULAZIZ MOHAMMED ALBALOOSHI</dc:creator>
  <cp:lastModifiedBy>Dr. FAWZI ABDULAZIZ MOHAMMED ALBALOOSHI</cp:lastModifiedBy>
  <cp:revision>8</cp:revision>
  <dcterms:created xsi:type="dcterms:W3CDTF">2023-08-01T10:00:34Z</dcterms:created>
  <dcterms:modified xsi:type="dcterms:W3CDTF">2025-09-23T07:52:04Z</dcterms:modified>
</cp:coreProperties>
</file>